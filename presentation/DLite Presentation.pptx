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6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A50868-4FF5-4B11-A0B9-04617383A4F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2106548-0554-4CAB-ACB4-B84341ABD3C5}">
      <dgm:prSet/>
      <dgm:spPr/>
      <dgm:t>
        <a:bodyPr/>
        <a:lstStyle/>
        <a:p>
          <a:r>
            <a:rPr lang="en-US" b="0" i="0" baseline="0"/>
            <a:t>Statically typed with tensor shapes </a:t>
          </a:r>
          <a:endParaRPr lang="en-US"/>
        </a:p>
      </dgm:t>
    </dgm:pt>
    <dgm:pt modelId="{EF70C6BA-5AD7-4B0F-904E-A6BF09553229}" type="parTrans" cxnId="{894BDC46-2AC1-44E2-BEA6-C137CEC3C391}">
      <dgm:prSet/>
      <dgm:spPr/>
      <dgm:t>
        <a:bodyPr/>
        <a:lstStyle/>
        <a:p>
          <a:endParaRPr lang="en-US"/>
        </a:p>
      </dgm:t>
    </dgm:pt>
    <dgm:pt modelId="{8D8E72A3-1430-48EC-B5CF-1C32EAD2234A}" type="sibTrans" cxnId="{894BDC46-2AC1-44E2-BEA6-C137CEC3C391}">
      <dgm:prSet/>
      <dgm:spPr/>
      <dgm:t>
        <a:bodyPr/>
        <a:lstStyle/>
        <a:p>
          <a:endParaRPr lang="en-US"/>
        </a:p>
      </dgm:t>
    </dgm:pt>
    <dgm:pt modelId="{D6875F75-E981-443C-A31A-40F869040EB0}">
      <dgm:prSet/>
      <dgm:spPr/>
      <dgm:t>
        <a:bodyPr/>
        <a:lstStyle/>
        <a:p>
          <a:r>
            <a:rPr lang="en-US" b="0" i="0" baseline="0"/>
            <a:t>Broadcasting rules for element-wise ops </a:t>
          </a:r>
          <a:endParaRPr lang="en-US"/>
        </a:p>
      </dgm:t>
    </dgm:pt>
    <dgm:pt modelId="{ACDF6D25-964A-4452-BCD7-3BF16481CB82}" type="parTrans" cxnId="{E73FC2B0-8935-4AEF-84E3-DA6E138CE5D0}">
      <dgm:prSet/>
      <dgm:spPr/>
      <dgm:t>
        <a:bodyPr/>
        <a:lstStyle/>
        <a:p>
          <a:endParaRPr lang="en-US"/>
        </a:p>
      </dgm:t>
    </dgm:pt>
    <dgm:pt modelId="{21A6FCF4-32E1-4221-BB1A-95A21AD4DEE1}" type="sibTrans" cxnId="{E73FC2B0-8935-4AEF-84E3-DA6E138CE5D0}">
      <dgm:prSet/>
      <dgm:spPr/>
      <dgm:t>
        <a:bodyPr/>
        <a:lstStyle/>
        <a:p>
          <a:endParaRPr lang="en-US"/>
        </a:p>
      </dgm:t>
    </dgm:pt>
    <dgm:pt modelId="{64B687B3-3098-401D-A923-24529D6BADF6}">
      <dgm:prSet/>
      <dgm:spPr/>
      <dgm:t>
        <a:bodyPr/>
        <a:lstStyle/>
        <a:p>
          <a:r>
            <a:rPr lang="en-US" b="0" i="0" baseline="0"/>
            <a:t>Automatic differentiation via grad </a:t>
          </a:r>
          <a:endParaRPr lang="en-US"/>
        </a:p>
      </dgm:t>
    </dgm:pt>
    <dgm:pt modelId="{AB6E0AA4-C01D-4B98-BD73-CF50F8D939F5}" type="parTrans" cxnId="{9D8F332E-160C-492E-A954-D846C553C9BE}">
      <dgm:prSet/>
      <dgm:spPr/>
      <dgm:t>
        <a:bodyPr/>
        <a:lstStyle/>
        <a:p>
          <a:endParaRPr lang="en-US"/>
        </a:p>
      </dgm:t>
    </dgm:pt>
    <dgm:pt modelId="{44902ADD-0BEF-45D0-A890-33A556255FB0}" type="sibTrans" cxnId="{9D8F332E-160C-492E-A954-D846C553C9BE}">
      <dgm:prSet/>
      <dgm:spPr/>
      <dgm:t>
        <a:bodyPr/>
        <a:lstStyle/>
        <a:p>
          <a:endParaRPr lang="en-US"/>
        </a:p>
      </dgm:t>
    </dgm:pt>
    <dgm:pt modelId="{1E504FCC-68B3-4FEB-83C7-934497D90006}" type="pres">
      <dgm:prSet presAssocID="{9AA50868-4FF5-4B11-A0B9-04617383A4F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8A548EB-0677-46C1-9752-EC1EC0A182A0}" type="pres">
      <dgm:prSet presAssocID="{82106548-0554-4CAB-ACB4-B84341ABD3C5}" presName="hierRoot1" presStyleCnt="0"/>
      <dgm:spPr/>
    </dgm:pt>
    <dgm:pt modelId="{94EA2680-8C75-484D-BA6D-94C4A2D38430}" type="pres">
      <dgm:prSet presAssocID="{82106548-0554-4CAB-ACB4-B84341ABD3C5}" presName="composite" presStyleCnt="0"/>
      <dgm:spPr/>
    </dgm:pt>
    <dgm:pt modelId="{C095310C-2F80-45A0-B1B7-420C0EB6B728}" type="pres">
      <dgm:prSet presAssocID="{82106548-0554-4CAB-ACB4-B84341ABD3C5}" presName="background" presStyleLbl="node0" presStyleIdx="0" presStyleCnt="3"/>
      <dgm:spPr/>
    </dgm:pt>
    <dgm:pt modelId="{E81A3FCF-7491-4787-8D9B-6FDE2D6392CA}" type="pres">
      <dgm:prSet presAssocID="{82106548-0554-4CAB-ACB4-B84341ABD3C5}" presName="text" presStyleLbl="fgAcc0" presStyleIdx="0" presStyleCnt="3">
        <dgm:presLayoutVars>
          <dgm:chPref val="3"/>
        </dgm:presLayoutVars>
      </dgm:prSet>
      <dgm:spPr/>
    </dgm:pt>
    <dgm:pt modelId="{62050B04-A39D-4D13-ACD5-B8813F7D01F6}" type="pres">
      <dgm:prSet presAssocID="{82106548-0554-4CAB-ACB4-B84341ABD3C5}" presName="hierChild2" presStyleCnt="0"/>
      <dgm:spPr/>
    </dgm:pt>
    <dgm:pt modelId="{FB4F7F61-C71F-420E-AE7C-F4A7F57BCC1D}" type="pres">
      <dgm:prSet presAssocID="{D6875F75-E981-443C-A31A-40F869040EB0}" presName="hierRoot1" presStyleCnt="0"/>
      <dgm:spPr/>
    </dgm:pt>
    <dgm:pt modelId="{B569C993-50B3-4F53-8C77-1A98854EF66B}" type="pres">
      <dgm:prSet presAssocID="{D6875F75-E981-443C-A31A-40F869040EB0}" presName="composite" presStyleCnt="0"/>
      <dgm:spPr/>
    </dgm:pt>
    <dgm:pt modelId="{30645849-0CC8-4586-84CA-909E9F20EABC}" type="pres">
      <dgm:prSet presAssocID="{D6875F75-E981-443C-A31A-40F869040EB0}" presName="background" presStyleLbl="node0" presStyleIdx="1" presStyleCnt="3"/>
      <dgm:spPr/>
    </dgm:pt>
    <dgm:pt modelId="{8611FA45-45B5-406C-847A-FC7FC2EDEFC4}" type="pres">
      <dgm:prSet presAssocID="{D6875F75-E981-443C-A31A-40F869040EB0}" presName="text" presStyleLbl="fgAcc0" presStyleIdx="1" presStyleCnt="3">
        <dgm:presLayoutVars>
          <dgm:chPref val="3"/>
        </dgm:presLayoutVars>
      </dgm:prSet>
      <dgm:spPr/>
    </dgm:pt>
    <dgm:pt modelId="{84BB406C-927C-496C-A2CE-FD75467F5990}" type="pres">
      <dgm:prSet presAssocID="{D6875F75-E981-443C-A31A-40F869040EB0}" presName="hierChild2" presStyleCnt="0"/>
      <dgm:spPr/>
    </dgm:pt>
    <dgm:pt modelId="{A81464AF-17F7-4030-B159-41ED1E0EE2A7}" type="pres">
      <dgm:prSet presAssocID="{64B687B3-3098-401D-A923-24529D6BADF6}" presName="hierRoot1" presStyleCnt="0"/>
      <dgm:spPr/>
    </dgm:pt>
    <dgm:pt modelId="{25F94EC1-6310-4D21-A26D-09D971AFBE6A}" type="pres">
      <dgm:prSet presAssocID="{64B687B3-3098-401D-A923-24529D6BADF6}" presName="composite" presStyleCnt="0"/>
      <dgm:spPr/>
    </dgm:pt>
    <dgm:pt modelId="{BE2D10B2-FE6D-45AA-B8E8-2428D8D68DC1}" type="pres">
      <dgm:prSet presAssocID="{64B687B3-3098-401D-A923-24529D6BADF6}" presName="background" presStyleLbl="node0" presStyleIdx="2" presStyleCnt="3"/>
      <dgm:spPr/>
    </dgm:pt>
    <dgm:pt modelId="{A13DCB91-D695-4CBE-8BA5-230FEB8F427D}" type="pres">
      <dgm:prSet presAssocID="{64B687B3-3098-401D-A923-24529D6BADF6}" presName="text" presStyleLbl="fgAcc0" presStyleIdx="2" presStyleCnt="3">
        <dgm:presLayoutVars>
          <dgm:chPref val="3"/>
        </dgm:presLayoutVars>
      </dgm:prSet>
      <dgm:spPr/>
    </dgm:pt>
    <dgm:pt modelId="{B4A66E6F-B729-4E64-AF6C-97C899E657DF}" type="pres">
      <dgm:prSet presAssocID="{64B687B3-3098-401D-A923-24529D6BADF6}" presName="hierChild2" presStyleCnt="0"/>
      <dgm:spPr/>
    </dgm:pt>
  </dgm:ptLst>
  <dgm:cxnLst>
    <dgm:cxn modelId="{CD2CA903-DB43-4A20-BA06-DCA94ED6097D}" type="presOf" srcId="{64B687B3-3098-401D-A923-24529D6BADF6}" destId="{A13DCB91-D695-4CBE-8BA5-230FEB8F427D}" srcOrd="0" destOrd="0" presId="urn:microsoft.com/office/officeart/2005/8/layout/hierarchy1"/>
    <dgm:cxn modelId="{9D8F332E-160C-492E-A954-D846C553C9BE}" srcId="{9AA50868-4FF5-4B11-A0B9-04617383A4F8}" destId="{64B687B3-3098-401D-A923-24529D6BADF6}" srcOrd="2" destOrd="0" parTransId="{AB6E0AA4-C01D-4B98-BD73-CF50F8D939F5}" sibTransId="{44902ADD-0BEF-45D0-A890-33A556255FB0}"/>
    <dgm:cxn modelId="{12184230-C95B-4DE0-9631-F8212C8BCF6C}" type="presOf" srcId="{9AA50868-4FF5-4B11-A0B9-04617383A4F8}" destId="{1E504FCC-68B3-4FEB-83C7-934497D90006}" srcOrd="0" destOrd="0" presId="urn:microsoft.com/office/officeart/2005/8/layout/hierarchy1"/>
    <dgm:cxn modelId="{80E41D3C-443F-4E24-B601-BBC238FE396C}" type="presOf" srcId="{82106548-0554-4CAB-ACB4-B84341ABD3C5}" destId="{E81A3FCF-7491-4787-8D9B-6FDE2D6392CA}" srcOrd="0" destOrd="0" presId="urn:microsoft.com/office/officeart/2005/8/layout/hierarchy1"/>
    <dgm:cxn modelId="{894BDC46-2AC1-44E2-BEA6-C137CEC3C391}" srcId="{9AA50868-4FF5-4B11-A0B9-04617383A4F8}" destId="{82106548-0554-4CAB-ACB4-B84341ABD3C5}" srcOrd="0" destOrd="0" parTransId="{EF70C6BA-5AD7-4B0F-904E-A6BF09553229}" sibTransId="{8D8E72A3-1430-48EC-B5CF-1C32EAD2234A}"/>
    <dgm:cxn modelId="{E73FC2B0-8935-4AEF-84E3-DA6E138CE5D0}" srcId="{9AA50868-4FF5-4B11-A0B9-04617383A4F8}" destId="{D6875F75-E981-443C-A31A-40F869040EB0}" srcOrd="1" destOrd="0" parTransId="{ACDF6D25-964A-4452-BCD7-3BF16481CB82}" sibTransId="{21A6FCF4-32E1-4221-BB1A-95A21AD4DEE1}"/>
    <dgm:cxn modelId="{A12B1CC6-1591-4972-9337-62253099C0F9}" type="presOf" srcId="{D6875F75-E981-443C-A31A-40F869040EB0}" destId="{8611FA45-45B5-406C-847A-FC7FC2EDEFC4}" srcOrd="0" destOrd="0" presId="urn:microsoft.com/office/officeart/2005/8/layout/hierarchy1"/>
    <dgm:cxn modelId="{B05C178A-3015-40CF-A741-5A8AFCC1517D}" type="presParOf" srcId="{1E504FCC-68B3-4FEB-83C7-934497D90006}" destId="{48A548EB-0677-46C1-9752-EC1EC0A182A0}" srcOrd="0" destOrd="0" presId="urn:microsoft.com/office/officeart/2005/8/layout/hierarchy1"/>
    <dgm:cxn modelId="{FF681E83-0FC0-4CCE-8A81-C75E15276E48}" type="presParOf" srcId="{48A548EB-0677-46C1-9752-EC1EC0A182A0}" destId="{94EA2680-8C75-484D-BA6D-94C4A2D38430}" srcOrd="0" destOrd="0" presId="urn:microsoft.com/office/officeart/2005/8/layout/hierarchy1"/>
    <dgm:cxn modelId="{41D6CA98-C22B-4FAB-BE54-22B2C3DF2157}" type="presParOf" srcId="{94EA2680-8C75-484D-BA6D-94C4A2D38430}" destId="{C095310C-2F80-45A0-B1B7-420C0EB6B728}" srcOrd="0" destOrd="0" presId="urn:microsoft.com/office/officeart/2005/8/layout/hierarchy1"/>
    <dgm:cxn modelId="{50A84FF7-7F86-4144-8BE2-C79C09E428A6}" type="presParOf" srcId="{94EA2680-8C75-484D-BA6D-94C4A2D38430}" destId="{E81A3FCF-7491-4787-8D9B-6FDE2D6392CA}" srcOrd="1" destOrd="0" presId="urn:microsoft.com/office/officeart/2005/8/layout/hierarchy1"/>
    <dgm:cxn modelId="{063A8F8B-6F7C-4ACB-899F-FABB7719F817}" type="presParOf" srcId="{48A548EB-0677-46C1-9752-EC1EC0A182A0}" destId="{62050B04-A39D-4D13-ACD5-B8813F7D01F6}" srcOrd="1" destOrd="0" presId="urn:microsoft.com/office/officeart/2005/8/layout/hierarchy1"/>
    <dgm:cxn modelId="{A932A3F3-1EE2-45C5-A055-676877238147}" type="presParOf" srcId="{1E504FCC-68B3-4FEB-83C7-934497D90006}" destId="{FB4F7F61-C71F-420E-AE7C-F4A7F57BCC1D}" srcOrd="1" destOrd="0" presId="urn:microsoft.com/office/officeart/2005/8/layout/hierarchy1"/>
    <dgm:cxn modelId="{15E8CCA0-B504-4B86-819A-CF726E1FB5EC}" type="presParOf" srcId="{FB4F7F61-C71F-420E-AE7C-F4A7F57BCC1D}" destId="{B569C993-50B3-4F53-8C77-1A98854EF66B}" srcOrd="0" destOrd="0" presId="urn:microsoft.com/office/officeart/2005/8/layout/hierarchy1"/>
    <dgm:cxn modelId="{AAAD2281-EDEA-450B-B277-18E8D5E04B46}" type="presParOf" srcId="{B569C993-50B3-4F53-8C77-1A98854EF66B}" destId="{30645849-0CC8-4586-84CA-909E9F20EABC}" srcOrd="0" destOrd="0" presId="urn:microsoft.com/office/officeart/2005/8/layout/hierarchy1"/>
    <dgm:cxn modelId="{AA68C18F-0C53-4293-A955-5ABDC98F986E}" type="presParOf" srcId="{B569C993-50B3-4F53-8C77-1A98854EF66B}" destId="{8611FA45-45B5-406C-847A-FC7FC2EDEFC4}" srcOrd="1" destOrd="0" presId="urn:microsoft.com/office/officeart/2005/8/layout/hierarchy1"/>
    <dgm:cxn modelId="{958B3CE0-85C7-4008-AC0E-D13D860A0903}" type="presParOf" srcId="{FB4F7F61-C71F-420E-AE7C-F4A7F57BCC1D}" destId="{84BB406C-927C-496C-A2CE-FD75467F5990}" srcOrd="1" destOrd="0" presId="urn:microsoft.com/office/officeart/2005/8/layout/hierarchy1"/>
    <dgm:cxn modelId="{396E4CAA-FBFD-4437-80EC-0C9666BCEAE8}" type="presParOf" srcId="{1E504FCC-68B3-4FEB-83C7-934497D90006}" destId="{A81464AF-17F7-4030-B159-41ED1E0EE2A7}" srcOrd="2" destOrd="0" presId="urn:microsoft.com/office/officeart/2005/8/layout/hierarchy1"/>
    <dgm:cxn modelId="{3B5DE7AD-26B2-4E39-898C-109533C106A1}" type="presParOf" srcId="{A81464AF-17F7-4030-B159-41ED1E0EE2A7}" destId="{25F94EC1-6310-4D21-A26D-09D971AFBE6A}" srcOrd="0" destOrd="0" presId="urn:microsoft.com/office/officeart/2005/8/layout/hierarchy1"/>
    <dgm:cxn modelId="{73758235-144C-4F0A-95C3-6E4C8DA8B933}" type="presParOf" srcId="{25F94EC1-6310-4D21-A26D-09D971AFBE6A}" destId="{BE2D10B2-FE6D-45AA-B8E8-2428D8D68DC1}" srcOrd="0" destOrd="0" presId="urn:microsoft.com/office/officeart/2005/8/layout/hierarchy1"/>
    <dgm:cxn modelId="{934AE6A9-A912-4B2E-9066-640525681EF6}" type="presParOf" srcId="{25F94EC1-6310-4D21-A26D-09D971AFBE6A}" destId="{A13DCB91-D695-4CBE-8BA5-230FEB8F427D}" srcOrd="1" destOrd="0" presId="urn:microsoft.com/office/officeart/2005/8/layout/hierarchy1"/>
    <dgm:cxn modelId="{648620CB-3EEC-4EB8-86E4-7902D9554E43}" type="presParOf" srcId="{A81464AF-17F7-4030-B159-41ED1E0EE2A7}" destId="{B4A66E6F-B729-4E64-AF6C-97C899E657D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6B7FAA-FC18-4F0C-8353-6CD8F8C464AE}" type="doc">
      <dgm:prSet loTypeId="urn:microsoft.com/office/officeart/2005/8/layout/process5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B2E1202-4C90-45F1-B607-7FEC1CD85980}">
      <dgm:prSet/>
      <dgm:spPr/>
      <dgm:t>
        <a:bodyPr/>
        <a:lstStyle/>
        <a:p>
          <a:r>
            <a:rPr lang="en-US" b="1" i="0" baseline="0"/>
            <a:t>Frontend:</a:t>
          </a:r>
          <a:r>
            <a:rPr lang="en-US" b="0" i="0" baseline="0"/>
            <a:t> Lexer → Parser → AST </a:t>
          </a:r>
          <a:endParaRPr lang="en-US"/>
        </a:p>
      </dgm:t>
    </dgm:pt>
    <dgm:pt modelId="{2C87F997-79E0-420D-920F-93EC994A26C3}" type="parTrans" cxnId="{726F2D35-363D-4DB3-A252-622DC7023C0F}">
      <dgm:prSet/>
      <dgm:spPr/>
      <dgm:t>
        <a:bodyPr/>
        <a:lstStyle/>
        <a:p>
          <a:endParaRPr lang="en-US"/>
        </a:p>
      </dgm:t>
    </dgm:pt>
    <dgm:pt modelId="{C3BA9794-CC9B-457A-A6DE-FCA93F586168}" type="sibTrans" cxnId="{726F2D35-363D-4DB3-A252-622DC7023C0F}">
      <dgm:prSet/>
      <dgm:spPr/>
      <dgm:t>
        <a:bodyPr/>
        <a:lstStyle/>
        <a:p>
          <a:endParaRPr lang="en-US"/>
        </a:p>
      </dgm:t>
    </dgm:pt>
    <dgm:pt modelId="{4A08DA2B-0DF6-45CE-BCA7-62F37845E0A7}">
      <dgm:prSet/>
      <dgm:spPr/>
      <dgm:t>
        <a:bodyPr/>
        <a:lstStyle/>
        <a:p>
          <a:r>
            <a:rPr lang="en-US" b="1" i="0" baseline="0"/>
            <a:t>Semantic Analysis:</a:t>
          </a:r>
          <a:r>
            <a:rPr lang="en-US" b="0" i="0" baseline="0"/>
            <a:t> Type checking, shape inference </a:t>
          </a:r>
          <a:endParaRPr lang="en-US"/>
        </a:p>
      </dgm:t>
    </dgm:pt>
    <dgm:pt modelId="{DAFA255D-D62E-47B5-945F-6D84C0591660}" type="parTrans" cxnId="{63F87902-7044-4D8E-8575-1766D84D4221}">
      <dgm:prSet/>
      <dgm:spPr/>
      <dgm:t>
        <a:bodyPr/>
        <a:lstStyle/>
        <a:p>
          <a:endParaRPr lang="en-US"/>
        </a:p>
      </dgm:t>
    </dgm:pt>
    <dgm:pt modelId="{FD87CA93-0E66-4BD1-B7C9-56DEE09A6E79}" type="sibTrans" cxnId="{63F87902-7044-4D8E-8575-1766D84D4221}">
      <dgm:prSet/>
      <dgm:spPr/>
      <dgm:t>
        <a:bodyPr/>
        <a:lstStyle/>
        <a:p>
          <a:endParaRPr lang="en-US"/>
        </a:p>
      </dgm:t>
    </dgm:pt>
    <dgm:pt modelId="{858D67D6-6D9B-4D00-AA1D-0772D3F1D32E}">
      <dgm:prSet/>
      <dgm:spPr/>
      <dgm:t>
        <a:bodyPr/>
        <a:lstStyle/>
        <a:p>
          <a:r>
            <a:rPr lang="en-US" b="1" i="0" baseline="0"/>
            <a:t>IR:</a:t>
          </a:r>
          <a:r>
            <a:rPr lang="en-US" b="0" i="0" baseline="0"/>
            <a:t> Computation graph representation </a:t>
          </a:r>
          <a:endParaRPr lang="en-US"/>
        </a:p>
      </dgm:t>
    </dgm:pt>
    <dgm:pt modelId="{C735E30A-DE30-4BDF-8871-943980C214B5}" type="parTrans" cxnId="{0AC59610-D4B3-46DF-8330-C5E848B59D6A}">
      <dgm:prSet/>
      <dgm:spPr/>
      <dgm:t>
        <a:bodyPr/>
        <a:lstStyle/>
        <a:p>
          <a:endParaRPr lang="en-US"/>
        </a:p>
      </dgm:t>
    </dgm:pt>
    <dgm:pt modelId="{8E920BD7-B549-4B3E-B10A-81F5203031F5}" type="sibTrans" cxnId="{0AC59610-D4B3-46DF-8330-C5E848B59D6A}">
      <dgm:prSet/>
      <dgm:spPr/>
      <dgm:t>
        <a:bodyPr/>
        <a:lstStyle/>
        <a:p>
          <a:endParaRPr lang="en-US"/>
        </a:p>
      </dgm:t>
    </dgm:pt>
    <dgm:pt modelId="{F74C3480-2A89-4044-80C1-345F28BC17FC}">
      <dgm:prSet/>
      <dgm:spPr/>
      <dgm:t>
        <a:bodyPr/>
        <a:lstStyle/>
        <a:p>
          <a:r>
            <a:rPr lang="en-US" b="1" i="0" baseline="0"/>
            <a:t>Autodiff:</a:t>
          </a:r>
          <a:r>
            <a:rPr lang="en-US" b="0" i="0" baseline="0"/>
            <a:t> Reverse-mode differentiation </a:t>
          </a:r>
          <a:endParaRPr lang="en-US"/>
        </a:p>
      </dgm:t>
    </dgm:pt>
    <dgm:pt modelId="{B277C8A0-4FF9-45F1-AD9D-91093DAFC077}" type="parTrans" cxnId="{A5C1D8C2-002E-4EA0-8BB0-AF4DCA893015}">
      <dgm:prSet/>
      <dgm:spPr/>
      <dgm:t>
        <a:bodyPr/>
        <a:lstStyle/>
        <a:p>
          <a:endParaRPr lang="en-US"/>
        </a:p>
      </dgm:t>
    </dgm:pt>
    <dgm:pt modelId="{08EB4F1A-A8FF-4E70-86D5-AFEBD3E23D58}" type="sibTrans" cxnId="{A5C1D8C2-002E-4EA0-8BB0-AF4DCA893015}">
      <dgm:prSet/>
      <dgm:spPr/>
      <dgm:t>
        <a:bodyPr/>
        <a:lstStyle/>
        <a:p>
          <a:endParaRPr lang="en-US"/>
        </a:p>
      </dgm:t>
    </dgm:pt>
    <dgm:pt modelId="{8BAFD8B0-7456-44BB-A91C-C9B949EF3BBB}">
      <dgm:prSet/>
      <dgm:spPr/>
      <dgm:t>
        <a:bodyPr/>
        <a:lstStyle/>
        <a:p>
          <a:r>
            <a:rPr lang="en-US" b="1" i="0" baseline="0"/>
            <a:t>Code Generation:</a:t>
          </a:r>
          <a:r>
            <a:rPr lang="en-US" b="0" i="0" baseline="0"/>
            <a:t> Python/NumPy backend</a:t>
          </a:r>
          <a:br>
            <a:rPr lang="en-US" b="0" i="0" baseline="0"/>
          </a:br>
          <a:endParaRPr lang="en-US"/>
        </a:p>
      </dgm:t>
    </dgm:pt>
    <dgm:pt modelId="{F8C2D2CB-ADFA-4296-A65E-A165A1CEEB84}" type="parTrans" cxnId="{63786D7A-18E7-4992-9878-8EB71C0FA653}">
      <dgm:prSet/>
      <dgm:spPr/>
      <dgm:t>
        <a:bodyPr/>
        <a:lstStyle/>
        <a:p>
          <a:endParaRPr lang="en-US"/>
        </a:p>
      </dgm:t>
    </dgm:pt>
    <dgm:pt modelId="{4229EFD8-E529-4B61-B018-51DC68576A9A}" type="sibTrans" cxnId="{63786D7A-18E7-4992-9878-8EB71C0FA653}">
      <dgm:prSet/>
      <dgm:spPr/>
      <dgm:t>
        <a:bodyPr/>
        <a:lstStyle/>
        <a:p>
          <a:endParaRPr lang="en-US"/>
        </a:p>
      </dgm:t>
    </dgm:pt>
    <dgm:pt modelId="{A9907294-7248-4721-8D65-9B2545A269D7}" type="pres">
      <dgm:prSet presAssocID="{AB6B7FAA-FC18-4F0C-8353-6CD8F8C464AE}" presName="diagram" presStyleCnt="0">
        <dgm:presLayoutVars>
          <dgm:dir/>
          <dgm:resizeHandles val="exact"/>
        </dgm:presLayoutVars>
      </dgm:prSet>
      <dgm:spPr/>
    </dgm:pt>
    <dgm:pt modelId="{06D9770D-A199-435F-AAC5-6678489984BE}" type="pres">
      <dgm:prSet presAssocID="{3B2E1202-4C90-45F1-B607-7FEC1CD85980}" presName="node" presStyleLbl="node1" presStyleIdx="0" presStyleCnt="5">
        <dgm:presLayoutVars>
          <dgm:bulletEnabled val="1"/>
        </dgm:presLayoutVars>
      </dgm:prSet>
      <dgm:spPr/>
    </dgm:pt>
    <dgm:pt modelId="{A04A385B-B8C2-4AE5-9D54-D33C78FA3E5C}" type="pres">
      <dgm:prSet presAssocID="{C3BA9794-CC9B-457A-A6DE-FCA93F586168}" presName="sibTrans" presStyleLbl="sibTrans2D1" presStyleIdx="0" presStyleCnt="4"/>
      <dgm:spPr/>
    </dgm:pt>
    <dgm:pt modelId="{64ED0AF0-9385-40D3-8CEA-FA6A1F4C2C97}" type="pres">
      <dgm:prSet presAssocID="{C3BA9794-CC9B-457A-A6DE-FCA93F586168}" presName="connectorText" presStyleLbl="sibTrans2D1" presStyleIdx="0" presStyleCnt="4"/>
      <dgm:spPr/>
    </dgm:pt>
    <dgm:pt modelId="{C9A4E8B4-CDE9-4D9B-BBFB-083EFD5D225E}" type="pres">
      <dgm:prSet presAssocID="{4A08DA2B-0DF6-45CE-BCA7-62F37845E0A7}" presName="node" presStyleLbl="node1" presStyleIdx="1" presStyleCnt="5">
        <dgm:presLayoutVars>
          <dgm:bulletEnabled val="1"/>
        </dgm:presLayoutVars>
      </dgm:prSet>
      <dgm:spPr/>
    </dgm:pt>
    <dgm:pt modelId="{B40C0893-0F0A-4C8E-AB44-E7C2F4B4EFAC}" type="pres">
      <dgm:prSet presAssocID="{FD87CA93-0E66-4BD1-B7C9-56DEE09A6E79}" presName="sibTrans" presStyleLbl="sibTrans2D1" presStyleIdx="1" presStyleCnt="4"/>
      <dgm:spPr/>
    </dgm:pt>
    <dgm:pt modelId="{4678B040-38E6-42ED-B747-82BCE0A7CA21}" type="pres">
      <dgm:prSet presAssocID="{FD87CA93-0E66-4BD1-B7C9-56DEE09A6E79}" presName="connectorText" presStyleLbl="sibTrans2D1" presStyleIdx="1" presStyleCnt="4"/>
      <dgm:spPr/>
    </dgm:pt>
    <dgm:pt modelId="{9BD71BEB-C1E7-4412-8FBF-99C2F0F9FA9B}" type="pres">
      <dgm:prSet presAssocID="{858D67D6-6D9B-4D00-AA1D-0772D3F1D32E}" presName="node" presStyleLbl="node1" presStyleIdx="2" presStyleCnt="5">
        <dgm:presLayoutVars>
          <dgm:bulletEnabled val="1"/>
        </dgm:presLayoutVars>
      </dgm:prSet>
      <dgm:spPr/>
    </dgm:pt>
    <dgm:pt modelId="{D83F80CE-84C4-4B72-9741-B1D8091C7CC2}" type="pres">
      <dgm:prSet presAssocID="{8E920BD7-B549-4B3E-B10A-81F5203031F5}" presName="sibTrans" presStyleLbl="sibTrans2D1" presStyleIdx="2" presStyleCnt="4"/>
      <dgm:spPr/>
    </dgm:pt>
    <dgm:pt modelId="{17EBC363-9E04-45F3-B18D-83499985C90B}" type="pres">
      <dgm:prSet presAssocID="{8E920BD7-B549-4B3E-B10A-81F5203031F5}" presName="connectorText" presStyleLbl="sibTrans2D1" presStyleIdx="2" presStyleCnt="4"/>
      <dgm:spPr/>
    </dgm:pt>
    <dgm:pt modelId="{D76988EC-00A0-4D82-BA77-CFD53D30FC6D}" type="pres">
      <dgm:prSet presAssocID="{F74C3480-2A89-4044-80C1-345F28BC17FC}" presName="node" presStyleLbl="node1" presStyleIdx="3" presStyleCnt="5">
        <dgm:presLayoutVars>
          <dgm:bulletEnabled val="1"/>
        </dgm:presLayoutVars>
      </dgm:prSet>
      <dgm:spPr/>
    </dgm:pt>
    <dgm:pt modelId="{BB739C50-79BC-4C3E-839B-79F6499880C6}" type="pres">
      <dgm:prSet presAssocID="{08EB4F1A-A8FF-4E70-86D5-AFEBD3E23D58}" presName="sibTrans" presStyleLbl="sibTrans2D1" presStyleIdx="3" presStyleCnt="4"/>
      <dgm:spPr/>
    </dgm:pt>
    <dgm:pt modelId="{AD333C96-0FC3-4D74-BE71-527839E96E22}" type="pres">
      <dgm:prSet presAssocID="{08EB4F1A-A8FF-4E70-86D5-AFEBD3E23D58}" presName="connectorText" presStyleLbl="sibTrans2D1" presStyleIdx="3" presStyleCnt="4"/>
      <dgm:spPr/>
    </dgm:pt>
    <dgm:pt modelId="{3E470D30-07B4-41E5-AF7D-F825A40700F7}" type="pres">
      <dgm:prSet presAssocID="{8BAFD8B0-7456-44BB-A91C-C9B949EF3BBB}" presName="node" presStyleLbl="node1" presStyleIdx="4" presStyleCnt="5">
        <dgm:presLayoutVars>
          <dgm:bulletEnabled val="1"/>
        </dgm:presLayoutVars>
      </dgm:prSet>
      <dgm:spPr/>
    </dgm:pt>
  </dgm:ptLst>
  <dgm:cxnLst>
    <dgm:cxn modelId="{63F87902-7044-4D8E-8575-1766D84D4221}" srcId="{AB6B7FAA-FC18-4F0C-8353-6CD8F8C464AE}" destId="{4A08DA2B-0DF6-45CE-BCA7-62F37845E0A7}" srcOrd="1" destOrd="0" parTransId="{DAFA255D-D62E-47B5-945F-6D84C0591660}" sibTransId="{FD87CA93-0E66-4BD1-B7C9-56DEE09A6E79}"/>
    <dgm:cxn modelId="{1C67D609-74EA-4207-90B3-A9574C60FDBE}" type="presOf" srcId="{AB6B7FAA-FC18-4F0C-8353-6CD8F8C464AE}" destId="{A9907294-7248-4721-8D65-9B2545A269D7}" srcOrd="0" destOrd="0" presId="urn:microsoft.com/office/officeart/2005/8/layout/process5"/>
    <dgm:cxn modelId="{B2EC4A0B-E2D1-4ECB-A352-4F9A9A1A99DA}" type="presOf" srcId="{FD87CA93-0E66-4BD1-B7C9-56DEE09A6E79}" destId="{B40C0893-0F0A-4C8E-AB44-E7C2F4B4EFAC}" srcOrd="0" destOrd="0" presId="urn:microsoft.com/office/officeart/2005/8/layout/process5"/>
    <dgm:cxn modelId="{0AC59610-D4B3-46DF-8330-C5E848B59D6A}" srcId="{AB6B7FAA-FC18-4F0C-8353-6CD8F8C464AE}" destId="{858D67D6-6D9B-4D00-AA1D-0772D3F1D32E}" srcOrd="2" destOrd="0" parTransId="{C735E30A-DE30-4BDF-8871-943980C214B5}" sibTransId="{8E920BD7-B549-4B3E-B10A-81F5203031F5}"/>
    <dgm:cxn modelId="{68875324-F75E-40D5-901F-42D0EB9181E9}" type="presOf" srcId="{08EB4F1A-A8FF-4E70-86D5-AFEBD3E23D58}" destId="{BB739C50-79BC-4C3E-839B-79F6499880C6}" srcOrd="0" destOrd="0" presId="urn:microsoft.com/office/officeart/2005/8/layout/process5"/>
    <dgm:cxn modelId="{726F2D35-363D-4DB3-A252-622DC7023C0F}" srcId="{AB6B7FAA-FC18-4F0C-8353-6CD8F8C464AE}" destId="{3B2E1202-4C90-45F1-B607-7FEC1CD85980}" srcOrd="0" destOrd="0" parTransId="{2C87F997-79E0-420D-920F-93EC994A26C3}" sibTransId="{C3BA9794-CC9B-457A-A6DE-FCA93F586168}"/>
    <dgm:cxn modelId="{D4CA975C-2519-448E-BC06-21AA9C0E6B40}" type="presOf" srcId="{858D67D6-6D9B-4D00-AA1D-0772D3F1D32E}" destId="{9BD71BEB-C1E7-4412-8FBF-99C2F0F9FA9B}" srcOrd="0" destOrd="0" presId="urn:microsoft.com/office/officeart/2005/8/layout/process5"/>
    <dgm:cxn modelId="{B5C4F966-E624-4AAB-8176-EF809840CF91}" type="presOf" srcId="{F74C3480-2A89-4044-80C1-345F28BC17FC}" destId="{D76988EC-00A0-4D82-BA77-CFD53D30FC6D}" srcOrd="0" destOrd="0" presId="urn:microsoft.com/office/officeart/2005/8/layout/process5"/>
    <dgm:cxn modelId="{26DCAC51-05D8-4CDD-A623-4D7581FB96A9}" type="presOf" srcId="{8E920BD7-B549-4B3E-B10A-81F5203031F5}" destId="{D83F80CE-84C4-4B72-9741-B1D8091C7CC2}" srcOrd="0" destOrd="0" presId="urn:microsoft.com/office/officeart/2005/8/layout/process5"/>
    <dgm:cxn modelId="{BC11A054-1051-4C20-B111-0088BC7C7490}" type="presOf" srcId="{FD87CA93-0E66-4BD1-B7C9-56DEE09A6E79}" destId="{4678B040-38E6-42ED-B747-82BCE0A7CA21}" srcOrd="1" destOrd="0" presId="urn:microsoft.com/office/officeart/2005/8/layout/process5"/>
    <dgm:cxn modelId="{63786D7A-18E7-4992-9878-8EB71C0FA653}" srcId="{AB6B7FAA-FC18-4F0C-8353-6CD8F8C464AE}" destId="{8BAFD8B0-7456-44BB-A91C-C9B949EF3BBB}" srcOrd="4" destOrd="0" parTransId="{F8C2D2CB-ADFA-4296-A65E-A165A1CEEB84}" sibTransId="{4229EFD8-E529-4B61-B018-51DC68576A9A}"/>
    <dgm:cxn modelId="{F687CB82-7B74-4F65-99F7-EF674B834F61}" type="presOf" srcId="{08EB4F1A-A8FF-4E70-86D5-AFEBD3E23D58}" destId="{AD333C96-0FC3-4D74-BE71-527839E96E22}" srcOrd="1" destOrd="0" presId="urn:microsoft.com/office/officeart/2005/8/layout/process5"/>
    <dgm:cxn modelId="{FADB009A-D5E8-46A9-A69C-C19FDD98AF12}" type="presOf" srcId="{8E920BD7-B549-4B3E-B10A-81F5203031F5}" destId="{17EBC363-9E04-45F3-B18D-83499985C90B}" srcOrd="1" destOrd="0" presId="urn:microsoft.com/office/officeart/2005/8/layout/process5"/>
    <dgm:cxn modelId="{873EE3A7-9148-49BD-AF58-34843FCF3C46}" type="presOf" srcId="{8BAFD8B0-7456-44BB-A91C-C9B949EF3BBB}" destId="{3E470D30-07B4-41E5-AF7D-F825A40700F7}" srcOrd="0" destOrd="0" presId="urn:microsoft.com/office/officeart/2005/8/layout/process5"/>
    <dgm:cxn modelId="{07FF73AE-90CF-4D2A-A999-CAF2F8BB18CB}" type="presOf" srcId="{3B2E1202-4C90-45F1-B607-7FEC1CD85980}" destId="{06D9770D-A199-435F-AAC5-6678489984BE}" srcOrd="0" destOrd="0" presId="urn:microsoft.com/office/officeart/2005/8/layout/process5"/>
    <dgm:cxn modelId="{EC8BB1B3-7E4D-4BF7-A312-8949BCC87169}" type="presOf" srcId="{C3BA9794-CC9B-457A-A6DE-FCA93F586168}" destId="{A04A385B-B8C2-4AE5-9D54-D33C78FA3E5C}" srcOrd="0" destOrd="0" presId="urn:microsoft.com/office/officeart/2005/8/layout/process5"/>
    <dgm:cxn modelId="{A5C1D8C2-002E-4EA0-8BB0-AF4DCA893015}" srcId="{AB6B7FAA-FC18-4F0C-8353-6CD8F8C464AE}" destId="{F74C3480-2A89-4044-80C1-345F28BC17FC}" srcOrd="3" destOrd="0" parTransId="{B277C8A0-4FF9-45F1-AD9D-91093DAFC077}" sibTransId="{08EB4F1A-A8FF-4E70-86D5-AFEBD3E23D58}"/>
    <dgm:cxn modelId="{F2518EC5-351D-4E1E-821B-CFC6D107188F}" type="presOf" srcId="{4A08DA2B-0DF6-45CE-BCA7-62F37845E0A7}" destId="{C9A4E8B4-CDE9-4D9B-BBFB-083EFD5D225E}" srcOrd="0" destOrd="0" presId="urn:microsoft.com/office/officeart/2005/8/layout/process5"/>
    <dgm:cxn modelId="{E1ACBAFE-DCCA-4AE6-8F1B-EFED5849D0BF}" type="presOf" srcId="{C3BA9794-CC9B-457A-A6DE-FCA93F586168}" destId="{64ED0AF0-9385-40D3-8CEA-FA6A1F4C2C97}" srcOrd="1" destOrd="0" presId="urn:microsoft.com/office/officeart/2005/8/layout/process5"/>
    <dgm:cxn modelId="{03C966F1-D1CC-4870-AB7E-CD0CB849563A}" type="presParOf" srcId="{A9907294-7248-4721-8D65-9B2545A269D7}" destId="{06D9770D-A199-435F-AAC5-6678489984BE}" srcOrd="0" destOrd="0" presId="urn:microsoft.com/office/officeart/2005/8/layout/process5"/>
    <dgm:cxn modelId="{B52A2A5A-4AA7-483F-9756-53D391587A22}" type="presParOf" srcId="{A9907294-7248-4721-8D65-9B2545A269D7}" destId="{A04A385B-B8C2-4AE5-9D54-D33C78FA3E5C}" srcOrd="1" destOrd="0" presId="urn:microsoft.com/office/officeart/2005/8/layout/process5"/>
    <dgm:cxn modelId="{3CFDB8B3-3BE5-4F24-B380-BEFF1EED1953}" type="presParOf" srcId="{A04A385B-B8C2-4AE5-9D54-D33C78FA3E5C}" destId="{64ED0AF0-9385-40D3-8CEA-FA6A1F4C2C97}" srcOrd="0" destOrd="0" presId="urn:microsoft.com/office/officeart/2005/8/layout/process5"/>
    <dgm:cxn modelId="{B3618EA4-EB7F-4200-9E19-63925597A57B}" type="presParOf" srcId="{A9907294-7248-4721-8D65-9B2545A269D7}" destId="{C9A4E8B4-CDE9-4D9B-BBFB-083EFD5D225E}" srcOrd="2" destOrd="0" presId="urn:microsoft.com/office/officeart/2005/8/layout/process5"/>
    <dgm:cxn modelId="{007773CB-A6C9-4A20-AC3E-518DFBE4DEA3}" type="presParOf" srcId="{A9907294-7248-4721-8D65-9B2545A269D7}" destId="{B40C0893-0F0A-4C8E-AB44-E7C2F4B4EFAC}" srcOrd="3" destOrd="0" presId="urn:microsoft.com/office/officeart/2005/8/layout/process5"/>
    <dgm:cxn modelId="{195585AF-105F-4EA8-B66A-254B423E6AA7}" type="presParOf" srcId="{B40C0893-0F0A-4C8E-AB44-E7C2F4B4EFAC}" destId="{4678B040-38E6-42ED-B747-82BCE0A7CA21}" srcOrd="0" destOrd="0" presId="urn:microsoft.com/office/officeart/2005/8/layout/process5"/>
    <dgm:cxn modelId="{D326C87B-0D93-4D41-A215-254DE80C921A}" type="presParOf" srcId="{A9907294-7248-4721-8D65-9B2545A269D7}" destId="{9BD71BEB-C1E7-4412-8FBF-99C2F0F9FA9B}" srcOrd="4" destOrd="0" presId="urn:microsoft.com/office/officeart/2005/8/layout/process5"/>
    <dgm:cxn modelId="{F19ACCC7-5D37-4DC8-BBDC-C2B5E41D93B5}" type="presParOf" srcId="{A9907294-7248-4721-8D65-9B2545A269D7}" destId="{D83F80CE-84C4-4B72-9741-B1D8091C7CC2}" srcOrd="5" destOrd="0" presId="urn:microsoft.com/office/officeart/2005/8/layout/process5"/>
    <dgm:cxn modelId="{7704B614-B7FE-44BE-8D0B-89A51D5D48F3}" type="presParOf" srcId="{D83F80CE-84C4-4B72-9741-B1D8091C7CC2}" destId="{17EBC363-9E04-45F3-B18D-83499985C90B}" srcOrd="0" destOrd="0" presId="urn:microsoft.com/office/officeart/2005/8/layout/process5"/>
    <dgm:cxn modelId="{86449738-215E-4DD6-9E7E-36F9DF6AAF4C}" type="presParOf" srcId="{A9907294-7248-4721-8D65-9B2545A269D7}" destId="{D76988EC-00A0-4D82-BA77-CFD53D30FC6D}" srcOrd="6" destOrd="0" presId="urn:microsoft.com/office/officeart/2005/8/layout/process5"/>
    <dgm:cxn modelId="{1FE2D0B8-5920-4A3C-B99F-850CF711AA1C}" type="presParOf" srcId="{A9907294-7248-4721-8D65-9B2545A269D7}" destId="{BB739C50-79BC-4C3E-839B-79F6499880C6}" srcOrd="7" destOrd="0" presId="urn:microsoft.com/office/officeart/2005/8/layout/process5"/>
    <dgm:cxn modelId="{1B29793B-E67E-45D3-8E68-D70DD8A8E607}" type="presParOf" srcId="{BB739C50-79BC-4C3E-839B-79F6499880C6}" destId="{AD333C96-0FC3-4D74-BE71-527839E96E22}" srcOrd="0" destOrd="0" presId="urn:microsoft.com/office/officeart/2005/8/layout/process5"/>
    <dgm:cxn modelId="{8610C3A0-455D-4464-A0DC-2A25151F3C25}" type="presParOf" srcId="{A9907294-7248-4721-8D65-9B2545A269D7}" destId="{3E470D30-07B4-41E5-AF7D-F825A40700F7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21A190-29D4-4113-817C-5A8C06BA0D84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3A72367-56C8-4C83-B316-2D652DC24F86}">
      <dgm:prSet/>
      <dgm:spPr/>
      <dgm:t>
        <a:bodyPr/>
        <a:lstStyle/>
        <a:p>
          <a:r>
            <a:rPr lang="en-US"/>
            <a:t>Completed:</a:t>
          </a:r>
        </a:p>
      </dgm:t>
    </dgm:pt>
    <dgm:pt modelId="{C7BAAEF2-6B2E-46C3-84FC-2BB2DDD1DBFA}" type="parTrans" cxnId="{7E363544-67EA-42B4-8834-A6719D6597C6}">
      <dgm:prSet/>
      <dgm:spPr/>
      <dgm:t>
        <a:bodyPr/>
        <a:lstStyle/>
        <a:p>
          <a:endParaRPr lang="en-US"/>
        </a:p>
      </dgm:t>
    </dgm:pt>
    <dgm:pt modelId="{BED5DC3A-CB36-4932-8C39-88BE36788251}" type="sibTrans" cxnId="{7E363544-67EA-42B4-8834-A6719D6597C6}">
      <dgm:prSet/>
      <dgm:spPr/>
      <dgm:t>
        <a:bodyPr/>
        <a:lstStyle/>
        <a:p>
          <a:endParaRPr lang="en-US"/>
        </a:p>
      </dgm:t>
    </dgm:pt>
    <dgm:pt modelId="{9BD4A51D-8C6C-40A2-8362-94ACD265773F}">
      <dgm:prSet/>
      <dgm:spPr/>
      <dgm:t>
        <a:bodyPr/>
        <a:lstStyle/>
        <a:p>
          <a:r>
            <a:rPr lang="en-US"/>
            <a:t>Lexer</a:t>
          </a:r>
        </a:p>
      </dgm:t>
    </dgm:pt>
    <dgm:pt modelId="{BA5C450B-6CB2-409A-8C0C-D7A6787587DD}" type="parTrans" cxnId="{FC17ECDB-8269-4314-8DC3-10E3E3B622AC}">
      <dgm:prSet/>
      <dgm:spPr/>
      <dgm:t>
        <a:bodyPr/>
        <a:lstStyle/>
        <a:p>
          <a:endParaRPr lang="en-US"/>
        </a:p>
      </dgm:t>
    </dgm:pt>
    <dgm:pt modelId="{527851BD-F92F-480B-A89B-4CA3FE9FC9D5}" type="sibTrans" cxnId="{FC17ECDB-8269-4314-8DC3-10E3E3B622AC}">
      <dgm:prSet/>
      <dgm:spPr/>
      <dgm:t>
        <a:bodyPr/>
        <a:lstStyle/>
        <a:p>
          <a:endParaRPr lang="en-US"/>
        </a:p>
      </dgm:t>
    </dgm:pt>
    <dgm:pt modelId="{B9319746-5475-4173-AEDE-887D0401A835}">
      <dgm:prSet/>
      <dgm:spPr/>
      <dgm:t>
        <a:bodyPr/>
        <a:lstStyle/>
        <a:p>
          <a:r>
            <a:rPr lang="en-US"/>
            <a:t>Parser</a:t>
          </a:r>
        </a:p>
      </dgm:t>
    </dgm:pt>
    <dgm:pt modelId="{84402B6D-3F00-4D70-A251-C47E35A9BE90}" type="parTrans" cxnId="{4C1E63A0-5F21-4C0D-89F1-E7200EA46115}">
      <dgm:prSet/>
      <dgm:spPr/>
      <dgm:t>
        <a:bodyPr/>
        <a:lstStyle/>
        <a:p>
          <a:endParaRPr lang="en-US"/>
        </a:p>
      </dgm:t>
    </dgm:pt>
    <dgm:pt modelId="{3361E45D-A067-46DC-BFA1-17C583707777}" type="sibTrans" cxnId="{4C1E63A0-5F21-4C0D-89F1-E7200EA46115}">
      <dgm:prSet/>
      <dgm:spPr/>
      <dgm:t>
        <a:bodyPr/>
        <a:lstStyle/>
        <a:p>
          <a:endParaRPr lang="en-US"/>
        </a:p>
      </dgm:t>
    </dgm:pt>
    <dgm:pt modelId="{BB9F764F-C482-403F-B161-461F78B94572}">
      <dgm:prSet/>
      <dgm:spPr/>
      <dgm:t>
        <a:bodyPr/>
        <a:lstStyle/>
        <a:p>
          <a:r>
            <a:rPr lang="en-US"/>
            <a:t>Abstract Syntax Tree</a:t>
          </a:r>
        </a:p>
      </dgm:t>
    </dgm:pt>
    <dgm:pt modelId="{D89CEBE6-5FAA-495F-9F51-5F4FD74AF923}" type="parTrans" cxnId="{FC787D4D-2474-4BC1-A9AB-0E873B68AFA1}">
      <dgm:prSet/>
      <dgm:spPr/>
      <dgm:t>
        <a:bodyPr/>
        <a:lstStyle/>
        <a:p>
          <a:endParaRPr lang="en-US"/>
        </a:p>
      </dgm:t>
    </dgm:pt>
    <dgm:pt modelId="{09C26D54-7A3D-425E-A1DE-24A3ED96524F}" type="sibTrans" cxnId="{FC787D4D-2474-4BC1-A9AB-0E873B68AFA1}">
      <dgm:prSet/>
      <dgm:spPr/>
      <dgm:t>
        <a:bodyPr/>
        <a:lstStyle/>
        <a:p>
          <a:endParaRPr lang="en-US"/>
        </a:p>
      </dgm:t>
    </dgm:pt>
    <dgm:pt modelId="{FEFBA53B-4888-47F5-97AE-D9171A1375B3}">
      <dgm:prSet/>
      <dgm:spPr/>
      <dgm:t>
        <a:bodyPr/>
        <a:lstStyle/>
        <a:p>
          <a:r>
            <a:rPr lang="en-US"/>
            <a:t>Semantic Analyzer</a:t>
          </a:r>
        </a:p>
      </dgm:t>
    </dgm:pt>
    <dgm:pt modelId="{A618C52D-C5DB-4EFC-A198-496884CBF0C6}" type="parTrans" cxnId="{C350F74D-622C-459A-9A1A-90FBBDAD36D7}">
      <dgm:prSet/>
      <dgm:spPr/>
      <dgm:t>
        <a:bodyPr/>
        <a:lstStyle/>
        <a:p>
          <a:endParaRPr lang="en-US"/>
        </a:p>
      </dgm:t>
    </dgm:pt>
    <dgm:pt modelId="{90F3F4E6-96D8-4A1D-9872-B639C690436C}" type="sibTrans" cxnId="{C350F74D-622C-459A-9A1A-90FBBDAD36D7}">
      <dgm:prSet/>
      <dgm:spPr/>
      <dgm:t>
        <a:bodyPr/>
        <a:lstStyle/>
        <a:p>
          <a:endParaRPr lang="en-US"/>
        </a:p>
      </dgm:t>
    </dgm:pt>
    <dgm:pt modelId="{D37CA042-2EEF-423E-A4DB-D98E47E5B884}">
      <dgm:prSet/>
      <dgm:spPr/>
      <dgm:t>
        <a:bodyPr/>
        <a:lstStyle/>
        <a:p>
          <a:r>
            <a:rPr lang="en-US"/>
            <a:t>In-progress:</a:t>
          </a:r>
        </a:p>
      </dgm:t>
    </dgm:pt>
    <dgm:pt modelId="{7709153F-DE7E-4FEF-A4CC-8DC70F9ED782}" type="parTrans" cxnId="{E1044AB5-1344-4FA4-BE34-59722660DCC3}">
      <dgm:prSet/>
      <dgm:spPr/>
      <dgm:t>
        <a:bodyPr/>
        <a:lstStyle/>
        <a:p>
          <a:endParaRPr lang="en-US"/>
        </a:p>
      </dgm:t>
    </dgm:pt>
    <dgm:pt modelId="{ECE52DF7-F799-4B03-9693-909BA775743A}" type="sibTrans" cxnId="{E1044AB5-1344-4FA4-BE34-59722660DCC3}">
      <dgm:prSet/>
      <dgm:spPr/>
      <dgm:t>
        <a:bodyPr/>
        <a:lstStyle/>
        <a:p>
          <a:endParaRPr lang="en-US"/>
        </a:p>
      </dgm:t>
    </dgm:pt>
    <dgm:pt modelId="{DC938722-4F25-434E-A1C8-1F29F1EE958A}">
      <dgm:prSet/>
      <dgm:spPr/>
      <dgm:t>
        <a:bodyPr/>
        <a:lstStyle/>
        <a:p>
          <a:r>
            <a:rPr lang="en-US"/>
            <a:t>Intermediate Representation</a:t>
          </a:r>
        </a:p>
      </dgm:t>
    </dgm:pt>
    <dgm:pt modelId="{969798D7-A1B0-446B-8F54-10FE1CBAAA75}" type="parTrans" cxnId="{30A6E4C0-CBAA-41F4-AEBC-B3DD6BD3EC8A}">
      <dgm:prSet/>
      <dgm:spPr/>
      <dgm:t>
        <a:bodyPr/>
        <a:lstStyle/>
        <a:p>
          <a:endParaRPr lang="en-US"/>
        </a:p>
      </dgm:t>
    </dgm:pt>
    <dgm:pt modelId="{6C1CDE20-0B26-4BAD-AF2E-A3D242824226}" type="sibTrans" cxnId="{30A6E4C0-CBAA-41F4-AEBC-B3DD6BD3EC8A}">
      <dgm:prSet/>
      <dgm:spPr/>
      <dgm:t>
        <a:bodyPr/>
        <a:lstStyle/>
        <a:p>
          <a:endParaRPr lang="en-US"/>
        </a:p>
      </dgm:t>
    </dgm:pt>
    <dgm:pt modelId="{0E648373-762B-43AB-9A02-82EFBE766B08}">
      <dgm:prSet/>
      <dgm:spPr/>
      <dgm:t>
        <a:bodyPr/>
        <a:lstStyle/>
        <a:p>
          <a:r>
            <a:rPr lang="en-US"/>
            <a:t>On-deck:</a:t>
          </a:r>
        </a:p>
      </dgm:t>
    </dgm:pt>
    <dgm:pt modelId="{2F31B44D-44D7-4BE8-A2B8-D9AE405DF4FB}" type="parTrans" cxnId="{C5CD71C0-5711-42F1-BF5A-684EACAC6D24}">
      <dgm:prSet/>
      <dgm:spPr/>
      <dgm:t>
        <a:bodyPr/>
        <a:lstStyle/>
        <a:p>
          <a:endParaRPr lang="en-US"/>
        </a:p>
      </dgm:t>
    </dgm:pt>
    <dgm:pt modelId="{D9B882BA-D1CD-4997-AAAF-25A98933B09E}" type="sibTrans" cxnId="{C5CD71C0-5711-42F1-BF5A-684EACAC6D24}">
      <dgm:prSet/>
      <dgm:spPr/>
      <dgm:t>
        <a:bodyPr/>
        <a:lstStyle/>
        <a:p>
          <a:endParaRPr lang="en-US"/>
        </a:p>
      </dgm:t>
    </dgm:pt>
    <dgm:pt modelId="{E6575FD8-2858-4B67-9D22-96E95B3ABD30}">
      <dgm:prSet/>
      <dgm:spPr/>
      <dgm:t>
        <a:bodyPr/>
        <a:lstStyle/>
        <a:p>
          <a:r>
            <a:rPr lang="en-US"/>
            <a:t>Automatic Differentiation</a:t>
          </a:r>
        </a:p>
      </dgm:t>
    </dgm:pt>
    <dgm:pt modelId="{1D7CA3D2-A22C-4773-87F5-E6E692C31D11}" type="parTrans" cxnId="{A77948FA-ABE7-4105-BBB4-19D13EE7D417}">
      <dgm:prSet/>
      <dgm:spPr/>
      <dgm:t>
        <a:bodyPr/>
        <a:lstStyle/>
        <a:p>
          <a:endParaRPr lang="en-US"/>
        </a:p>
      </dgm:t>
    </dgm:pt>
    <dgm:pt modelId="{06A83AD7-8019-4E46-A1B3-B06E9634BB12}" type="sibTrans" cxnId="{A77948FA-ABE7-4105-BBB4-19D13EE7D417}">
      <dgm:prSet/>
      <dgm:spPr/>
      <dgm:t>
        <a:bodyPr/>
        <a:lstStyle/>
        <a:p>
          <a:endParaRPr lang="en-US"/>
        </a:p>
      </dgm:t>
    </dgm:pt>
    <dgm:pt modelId="{BBDF26C9-C079-4911-9C7D-5F479587FED1}">
      <dgm:prSet/>
      <dgm:spPr/>
      <dgm:t>
        <a:bodyPr/>
        <a:lstStyle/>
        <a:p>
          <a:r>
            <a:rPr lang="en-US"/>
            <a:t>Code Generation</a:t>
          </a:r>
        </a:p>
      </dgm:t>
    </dgm:pt>
    <dgm:pt modelId="{15586ACC-E3CA-4D09-81EE-C91055143374}" type="parTrans" cxnId="{15E4A8B5-8F5E-40D3-B2E3-42A9EC037CD0}">
      <dgm:prSet/>
      <dgm:spPr/>
      <dgm:t>
        <a:bodyPr/>
        <a:lstStyle/>
        <a:p>
          <a:endParaRPr lang="en-US"/>
        </a:p>
      </dgm:t>
    </dgm:pt>
    <dgm:pt modelId="{3ACF0740-635A-48D9-A865-54A09554E6DE}" type="sibTrans" cxnId="{15E4A8B5-8F5E-40D3-B2E3-42A9EC037CD0}">
      <dgm:prSet/>
      <dgm:spPr/>
      <dgm:t>
        <a:bodyPr/>
        <a:lstStyle/>
        <a:p>
          <a:endParaRPr lang="en-US"/>
        </a:p>
      </dgm:t>
    </dgm:pt>
    <dgm:pt modelId="{6339B5C4-7D83-4C27-9B35-F46B36C4FF71}" type="pres">
      <dgm:prSet presAssocID="{6621A190-29D4-4113-817C-5A8C06BA0D84}" presName="Name0" presStyleCnt="0">
        <dgm:presLayoutVars>
          <dgm:dir/>
          <dgm:animLvl val="lvl"/>
          <dgm:resizeHandles val="exact"/>
        </dgm:presLayoutVars>
      </dgm:prSet>
      <dgm:spPr/>
    </dgm:pt>
    <dgm:pt modelId="{D19E9D98-36EE-44A7-A705-6B15FE96AF8B}" type="pres">
      <dgm:prSet presAssocID="{93A72367-56C8-4C83-B316-2D652DC24F86}" presName="linNode" presStyleCnt="0"/>
      <dgm:spPr/>
    </dgm:pt>
    <dgm:pt modelId="{9E6C5DF9-7293-4C2C-A3F6-4B428443AF5F}" type="pres">
      <dgm:prSet presAssocID="{93A72367-56C8-4C83-B316-2D652DC24F8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8C0B0EE-FE3E-4512-AC5D-5D1AF6F602C4}" type="pres">
      <dgm:prSet presAssocID="{93A72367-56C8-4C83-B316-2D652DC24F86}" presName="descendantText" presStyleLbl="alignAccFollowNode1" presStyleIdx="0" presStyleCnt="3">
        <dgm:presLayoutVars>
          <dgm:bulletEnabled val="1"/>
        </dgm:presLayoutVars>
      </dgm:prSet>
      <dgm:spPr/>
    </dgm:pt>
    <dgm:pt modelId="{CD9E6688-67F1-4CCF-A0C3-60185E6280C7}" type="pres">
      <dgm:prSet presAssocID="{BED5DC3A-CB36-4932-8C39-88BE36788251}" presName="sp" presStyleCnt="0"/>
      <dgm:spPr/>
    </dgm:pt>
    <dgm:pt modelId="{D20E1234-F43F-498A-8CE6-7086341ED783}" type="pres">
      <dgm:prSet presAssocID="{D37CA042-2EEF-423E-A4DB-D98E47E5B884}" presName="linNode" presStyleCnt="0"/>
      <dgm:spPr/>
    </dgm:pt>
    <dgm:pt modelId="{06B853D4-D980-4D8F-9FCB-47D8A244625E}" type="pres">
      <dgm:prSet presAssocID="{D37CA042-2EEF-423E-A4DB-D98E47E5B88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33FDDD2-01F2-4B3C-A1A9-95BEEDB4F089}" type="pres">
      <dgm:prSet presAssocID="{D37CA042-2EEF-423E-A4DB-D98E47E5B884}" presName="descendantText" presStyleLbl="alignAccFollowNode1" presStyleIdx="1" presStyleCnt="3">
        <dgm:presLayoutVars>
          <dgm:bulletEnabled val="1"/>
        </dgm:presLayoutVars>
      </dgm:prSet>
      <dgm:spPr/>
    </dgm:pt>
    <dgm:pt modelId="{D79AC294-CED5-4B26-87B0-6F1F4768F21C}" type="pres">
      <dgm:prSet presAssocID="{ECE52DF7-F799-4B03-9693-909BA775743A}" presName="sp" presStyleCnt="0"/>
      <dgm:spPr/>
    </dgm:pt>
    <dgm:pt modelId="{27038D61-61C6-4C04-BEB9-83DAB6149ADB}" type="pres">
      <dgm:prSet presAssocID="{0E648373-762B-43AB-9A02-82EFBE766B08}" presName="linNode" presStyleCnt="0"/>
      <dgm:spPr/>
    </dgm:pt>
    <dgm:pt modelId="{5DC59F02-9EA4-4323-A949-102A478EB65C}" type="pres">
      <dgm:prSet presAssocID="{0E648373-762B-43AB-9A02-82EFBE766B08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9D7972A-3BDE-4AF9-9AB5-F97869D63F87}" type="pres">
      <dgm:prSet presAssocID="{0E648373-762B-43AB-9A02-82EFBE766B08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0E87842-0AFA-4A64-A97C-7245268A556D}" type="presOf" srcId="{DC938722-4F25-434E-A1C8-1F29F1EE958A}" destId="{633FDDD2-01F2-4B3C-A1A9-95BEEDB4F089}" srcOrd="0" destOrd="0" presId="urn:microsoft.com/office/officeart/2005/8/layout/vList5"/>
    <dgm:cxn modelId="{C0302463-5D74-40B0-B819-A653BF2B3895}" type="presOf" srcId="{9BD4A51D-8C6C-40A2-8362-94ACD265773F}" destId="{88C0B0EE-FE3E-4512-AC5D-5D1AF6F602C4}" srcOrd="0" destOrd="0" presId="urn:microsoft.com/office/officeart/2005/8/layout/vList5"/>
    <dgm:cxn modelId="{7E363544-67EA-42B4-8834-A6719D6597C6}" srcId="{6621A190-29D4-4113-817C-5A8C06BA0D84}" destId="{93A72367-56C8-4C83-B316-2D652DC24F86}" srcOrd="0" destOrd="0" parTransId="{C7BAAEF2-6B2E-46C3-84FC-2BB2DDD1DBFA}" sibTransId="{BED5DC3A-CB36-4932-8C39-88BE36788251}"/>
    <dgm:cxn modelId="{F3D86546-97E8-4629-96BF-929D8F52FF2D}" type="presOf" srcId="{0E648373-762B-43AB-9A02-82EFBE766B08}" destId="{5DC59F02-9EA4-4323-A949-102A478EB65C}" srcOrd="0" destOrd="0" presId="urn:microsoft.com/office/officeart/2005/8/layout/vList5"/>
    <dgm:cxn modelId="{78646967-42EE-4A54-94F5-37CD7D0C0B6F}" type="presOf" srcId="{E6575FD8-2858-4B67-9D22-96E95B3ABD30}" destId="{99D7972A-3BDE-4AF9-9AB5-F97869D63F87}" srcOrd="0" destOrd="0" presId="urn:microsoft.com/office/officeart/2005/8/layout/vList5"/>
    <dgm:cxn modelId="{FC787D4D-2474-4BC1-A9AB-0E873B68AFA1}" srcId="{93A72367-56C8-4C83-B316-2D652DC24F86}" destId="{BB9F764F-C482-403F-B161-461F78B94572}" srcOrd="2" destOrd="0" parTransId="{D89CEBE6-5FAA-495F-9F51-5F4FD74AF923}" sibTransId="{09C26D54-7A3D-425E-A1DE-24A3ED96524F}"/>
    <dgm:cxn modelId="{C350F74D-622C-459A-9A1A-90FBBDAD36D7}" srcId="{93A72367-56C8-4C83-B316-2D652DC24F86}" destId="{FEFBA53B-4888-47F5-97AE-D9171A1375B3}" srcOrd="3" destOrd="0" parTransId="{A618C52D-C5DB-4EFC-A198-496884CBF0C6}" sibTransId="{90F3F4E6-96D8-4A1D-9872-B639C690436C}"/>
    <dgm:cxn modelId="{6C057E93-490C-4682-9647-4D44EB0E2AC4}" type="presOf" srcId="{FEFBA53B-4888-47F5-97AE-D9171A1375B3}" destId="{88C0B0EE-FE3E-4512-AC5D-5D1AF6F602C4}" srcOrd="0" destOrd="3" presId="urn:microsoft.com/office/officeart/2005/8/layout/vList5"/>
    <dgm:cxn modelId="{4C1E63A0-5F21-4C0D-89F1-E7200EA46115}" srcId="{93A72367-56C8-4C83-B316-2D652DC24F86}" destId="{B9319746-5475-4173-AEDE-887D0401A835}" srcOrd="1" destOrd="0" parTransId="{84402B6D-3F00-4D70-A251-C47E35A9BE90}" sibTransId="{3361E45D-A067-46DC-BFA1-17C583707777}"/>
    <dgm:cxn modelId="{A1D5CEA3-A348-4C5A-8209-93FB94069905}" type="presOf" srcId="{B9319746-5475-4173-AEDE-887D0401A835}" destId="{88C0B0EE-FE3E-4512-AC5D-5D1AF6F602C4}" srcOrd="0" destOrd="1" presId="urn:microsoft.com/office/officeart/2005/8/layout/vList5"/>
    <dgm:cxn modelId="{E1044AB5-1344-4FA4-BE34-59722660DCC3}" srcId="{6621A190-29D4-4113-817C-5A8C06BA0D84}" destId="{D37CA042-2EEF-423E-A4DB-D98E47E5B884}" srcOrd="1" destOrd="0" parTransId="{7709153F-DE7E-4FEF-A4CC-8DC70F9ED782}" sibTransId="{ECE52DF7-F799-4B03-9693-909BA775743A}"/>
    <dgm:cxn modelId="{15E4A8B5-8F5E-40D3-B2E3-42A9EC037CD0}" srcId="{0E648373-762B-43AB-9A02-82EFBE766B08}" destId="{BBDF26C9-C079-4911-9C7D-5F479587FED1}" srcOrd="1" destOrd="0" parTransId="{15586ACC-E3CA-4D09-81EE-C91055143374}" sibTransId="{3ACF0740-635A-48D9-A865-54A09554E6DE}"/>
    <dgm:cxn modelId="{C5CD71C0-5711-42F1-BF5A-684EACAC6D24}" srcId="{6621A190-29D4-4113-817C-5A8C06BA0D84}" destId="{0E648373-762B-43AB-9A02-82EFBE766B08}" srcOrd="2" destOrd="0" parTransId="{2F31B44D-44D7-4BE8-A2B8-D9AE405DF4FB}" sibTransId="{D9B882BA-D1CD-4997-AAAF-25A98933B09E}"/>
    <dgm:cxn modelId="{30A6E4C0-CBAA-41F4-AEBC-B3DD6BD3EC8A}" srcId="{D37CA042-2EEF-423E-A4DB-D98E47E5B884}" destId="{DC938722-4F25-434E-A1C8-1F29F1EE958A}" srcOrd="0" destOrd="0" parTransId="{969798D7-A1B0-446B-8F54-10FE1CBAAA75}" sibTransId="{6C1CDE20-0B26-4BAD-AF2E-A3D242824226}"/>
    <dgm:cxn modelId="{2B09BAC6-BE6E-46EC-9900-87E6894A5576}" type="presOf" srcId="{6621A190-29D4-4113-817C-5A8C06BA0D84}" destId="{6339B5C4-7D83-4C27-9B35-F46B36C4FF71}" srcOrd="0" destOrd="0" presId="urn:microsoft.com/office/officeart/2005/8/layout/vList5"/>
    <dgm:cxn modelId="{4F9164D4-5827-402A-B19C-F593549DB889}" type="presOf" srcId="{BBDF26C9-C079-4911-9C7D-5F479587FED1}" destId="{99D7972A-3BDE-4AF9-9AB5-F97869D63F87}" srcOrd="0" destOrd="1" presId="urn:microsoft.com/office/officeart/2005/8/layout/vList5"/>
    <dgm:cxn modelId="{19661FDA-900A-4BB9-ADA9-E98ECDC1DD44}" type="presOf" srcId="{BB9F764F-C482-403F-B161-461F78B94572}" destId="{88C0B0EE-FE3E-4512-AC5D-5D1AF6F602C4}" srcOrd="0" destOrd="2" presId="urn:microsoft.com/office/officeart/2005/8/layout/vList5"/>
    <dgm:cxn modelId="{FC17ECDB-8269-4314-8DC3-10E3E3B622AC}" srcId="{93A72367-56C8-4C83-B316-2D652DC24F86}" destId="{9BD4A51D-8C6C-40A2-8362-94ACD265773F}" srcOrd="0" destOrd="0" parTransId="{BA5C450B-6CB2-409A-8C0C-D7A6787587DD}" sibTransId="{527851BD-F92F-480B-A89B-4CA3FE9FC9D5}"/>
    <dgm:cxn modelId="{0F13BEEE-5DB6-4EBC-BBFD-BDBBE9416618}" type="presOf" srcId="{D37CA042-2EEF-423E-A4DB-D98E47E5B884}" destId="{06B853D4-D980-4D8F-9FCB-47D8A244625E}" srcOrd="0" destOrd="0" presId="urn:microsoft.com/office/officeart/2005/8/layout/vList5"/>
    <dgm:cxn modelId="{1AA25EF6-67D8-4748-AEB1-3138FB42A237}" type="presOf" srcId="{93A72367-56C8-4C83-B316-2D652DC24F86}" destId="{9E6C5DF9-7293-4C2C-A3F6-4B428443AF5F}" srcOrd="0" destOrd="0" presId="urn:microsoft.com/office/officeart/2005/8/layout/vList5"/>
    <dgm:cxn modelId="{A77948FA-ABE7-4105-BBB4-19D13EE7D417}" srcId="{0E648373-762B-43AB-9A02-82EFBE766B08}" destId="{E6575FD8-2858-4B67-9D22-96E95B3ABD30}" srcOrd="0" destOrd="0" parTransId="{1D7CA3D2-A22C-4773-87F5-E6E692C31D11}" sibTransId="{06A83AD7-8019-4E46-A1B3-B06E9634BB12}"/>
    <dgm:cxn modelId="{A5E2F3F8-649B-4902-B918-B4E5BC77B626}" type="presParOf" srcId="{6339B5C4-7D83-4C27-9B35-F46B36C4FF71}" destId="{D19E9D98-36EE-44A7-A705-6B15FE96AF8B}" srcOrd="0" destOrd="0" presId="urn:microsoft.com/office/officeart/2005/8/layout/vList5"/>
    <dgm:cxn modelId="{8958BEA9-EE17-49D1-B243-A67C033287BF}" type="presParOf" srcId="{D19E9D98-36EE-44A7-A705-6B15FE96AF8B}" destId="{9E6C5DF9-7293-4C2C-A3F6-4B428443AF5F}" srcOrd="0" destOrd="0" presId="urn:microsoft.com/office/officeart/2005/8/layout/vList5"/>
    <dgm:cxn modelId="{4481CE92-3708-4885-98B4-98592C719BCD}" type="presParOf" srcId="{D19E9D98-36EE-44A7-A705-6B15FE96AF8B}" destId="{88C0B0EE-FE3E-4512-AC5D-5D1AF6F602C4}" srcOrd="1" destOrd="0" presId="urn:microsoft.com/office/officeart/2005/8/layout/vList5"/>
    <dgm:cxn modelId="{83F50413-0307-40F3-A425-4BD015741F95}" type="presParOf" srcId="{6339B5C4-7D83-4C27-9B35-F46B36C4FF71}" destId="{CD9E6688-67F1-4CCF-A0C3-60185E6280C7}" srcOrd="1" destOrd="0" presId="urn:microsoft.com/office/officeart/2005/8/layout/vList5"/>
    <dgm:cxn modelId="{1E9B0807-29C1-4978-96B6-45423CD3386E}" type="presParOf" srcId="{6339B5C4-7D83-4C27-9B35-F46B36C4FF71}" destId="{D20E1234-F43F-498A-8CE6-7086341ED783}" srcOrd="2" destOrd="0" presId="urn:microsoft.com/office/officeart/2005/8/layout/vList5"/>
    <dgm:cxn modelId="{9D45A1B5-4E35-4737-B301-86B4CA02A95E}" type="presParOf" srcId="{D20E1234-F43F-498A-8CE6-7086341ED783}" destId="{06B853D4-D980-4D8F-9FCB-47D8A244625E}" srcOrd="0" destOrd="0" presId="urn:microsoft.com/office/officeart/2005/8/layout/vList5"/>
    <dgm:cxn modelId="{C21AE05A-66AF-4647-8D13-D07F6DC65BA7}" type="presParOf" srcId="{D20E1234-F43F-498A-8CE6-7086341ED783}" destId="{633FDDD2-01F2-4B3C-A1A9-95BEEDB4F089}" srcOrd="1" destOrd="0" presId="urn:microsoft.com/office/officeart/2005/8/layout/vList5"/>
    <dgm:cxn modelId="{EAA6C4FC-6C13-494D-B0DB-4115F6BB513C}" type="presParOf" srcId="{6339B5C4-7D83-4C27-9B35-F46B36C4FF71}" destId="{D79AC294-CED5-4B26-87B0-6F1F4768F21C}" srcOrd="3" destOrd="0" presId="urn:microsoft.com/office/officeart/2005/8/layout/vList5"/>
    <dgm:cxn modelId="{FB1EE049-93B5-4A6E-A8A5-6EF7B6E48946}" type="presParOf" srcId="{6339B5C4-7D83-4C27-9B35-F46B36C4FF71}" destId="{27038D61-61C6-4C04-BEB9-83DAB6149ADB}" srcOrd="4" destOrd="0" presId="urn:microsoft.com/office/officeart/2005/8/layout/vList5"/>
    <dgm:cxn modelId="{AB305B67-4604-4364-B97B-2D385AB2142C}" type="presParOf" srcId="{27038D61-61C6-4C04-BEB9-83DAB6149ADB}" destId="{5DC59F02-9EA4-4323-A949-102A478EB65C}" srcOrd="0" destOrd="0" presId="urn:microsoft.com/office/officeart/2005/8/layout/vList5"/>
    <dgm:cxn modelId="{0DE1D095-49BB-4130-989F-19FFF1CEDADE}" type="presParOf" srcId="{27038D61-61C6-4C04-BEB9-83DAB6149ADB}" destId="{99D7972A-3BDE-4AF9-9AB5-F97869D63F8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24D22C-3D9C-4BF5-8639-2AA6E5F2F3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9D0191E-5DAE-493D-AE6E-45C0965CD624}">
      <dgm:prSet/>
      <dgm:spPr/>
      <dgm:t>
        <a:bodyPr/>
        <a:lstStyle/>
        <a:p>
          <a:r>
            <a:rPr lang="en-US"/>
            <a:t>Staying coordinated with group members</a:t>
          </a:r>
        </a:p>
      </dgm:t>
    </dgm:pt>
    <dgm:pt modelId="{2F9E6535-C1F1-42EE-AFE1-0BF3FE7995E2}" type="parTrans" cxnId="{B39DD042-642B-4AED-84AB-154F74C3A647}">
      <dgm:prSet/>
      <dgm:spPr/>
      <dgm:t>
        <a:bodyPr/>
        <a:lstStyle/>
        <a:p>
          <a:endParaRPr lang="en-US"/>
        </a:p>
      </dgm:t>
    </dgm:pt>
    <dgm:pt modelId="{11091898-AB3B-4822-A245-553BCF859F1F}" type="sibTrans" cxnId="{B39DD042-642B-4AED-84AB-154F74C3A647}">
      <dgm:prSet/>
      <dgm:spPr/>
      <dgm:t>
        <a:bodyPr/>
        <a:lstStyle/>
        <a:p>
          <a:endParaRPr lang="en-US"/>
        </a:p>
      </dgm:t>
    </dgm:pt>
    <dgm:pt modelId="{5306ACBA-12B2-4B16-8019-9BC218ABFBD9}">
      <dgm:prSet/>
      <dgm:spPr/>
      <dgm:t>
        <a:bodyPr/>
        <a:lstStyle/>
        <a:p>
          <a:r>
            <a:rPr lang="en-US"/>
            <a:t>Understanding the material</a:t>
          </a:r>
        </a:p>
      </dgm:t>
    </dgm:pt>
    <dgm:pt modelId="{2F47BB26-FB25-4042-A560-49AD13636C1A}" type="parTrans" cxnId="{45ECC5D2-1CD0-4FBB-93FE-CC92540A7EEA}">
      <dgm:prSet/>
      <dgm:spPr/>
      <dgm:t>
        <a:bodyPr/>
        <a:lstStyle/>
        <a:p>
          <a:endParaRPr lang="en-US"/>
        </a:p>
      </dgm:t>
    </dgm:pt>
    <dgm:pt modelId="{B31D0647-786E-4987-B307-44EA64385F46}" type="sibTrans" cxnId="{45ECC5D2-1CD0-4FBB-93FE-CC92540A7EEA}">
      <dgm:prSet/>
      <dgm:spPr/>
      <dgm:t>
        <a:bodyPr/>
        <a:lstStyle/>
        <a:p>
          <a:endParaRPr lang="en-US"/>
        </a:p>
      </dgm:t>
    </dgm:pt>
    <dgm:pt modelId="{E79DE3BA-21FA-4023-AC50-6B4F8DC128E1}">
      <dgm:prSet/>
      <dgm:spPr/>
      <dgm:t>
        <a:bodyPr/>
        <a:lstStyle/>
        <a:p>
          <a:r>
            <a:rPr lang="en-US"/>
            <a:t>Debugging</a:t>
          </a:r>
        </a:p>
      </dgm:t>
    </dgm:pt>
    <dgm:pt modelId="{C7BFFFFC-FF8E-4C81-92F9-E5E931F73FDB}" type="parTrans" cxnId="{E933EA6D-74D5-4E2B-A207-D1B2D49757E5}">
      <dgm:prSet/>
      <dgm:spPr/>
      <dgm:t>
        <a:bodyPr/>
        <a:lstStyle/>
        <a:p>
          <a:endParaRPr lang="en-US"/>
        </a:p>
      </dgm:t>
    </dgm:pt>
    <dgm:pt modelId="{0AB39299-D5E3-431C-A4D4-97A1B94EC00F}" type="sibTrans" cxnId="{E933EA6D-74D5-4E2B-A207-D1B2D49757E5}">
      <dgm:prSet/>
      <dgm:spPr/>
      <dgm:t>
        <a:bodyPr/>
        <a:lstStyle/>
        <a:p>
          <a:endParaRPr lang="en-US"/>
        </a:p>
      </dgm:t>
    </dgm:pt>
    <dgm:pt modelId="{0E6E7F8E-5C41-4F4F-AE35-267571045D12}" type="pres">
      <dgm:prSet presAssocID="{5D24D22C-3D9C-4BF5-8639-2AA6E5F2F39E}" presName="root" presStyleCnt="0">
        <dgm:presLayoutVars>
          <dgm:dir/>
          <dgm:resizeHandles val="exact"/>
        </dgm:presLayoutVars>
      </dgm:prSet>
      <dgm:spPr/>
    </dgm:pt>
    <dgm:pt modelId="{291CE615-9E7F-42A9-B93B-7FD44F4A9B04}" type="pres">
      <dgm:prSet presAssocID="{79D0191E-5DAE-493D-AE6E-45C0965CD624}" presName="compNode" presStyleCnt="0"/>
      <dgm:spPr/>
    </dgm:pt>
    <dgm:pt modelId="{D2FB4C87-7656-4903-8AC1-C2F4E5B1777A}" type="pres">
      <dgm:prSet presAssocID="{79D0191E-5DAE-493D-AE6E-45C0965CD624}" presName="bgRect" presStyleLbl="bgShp" presStyleIdx="0" presStyleCnt="3"/>
      <dgm:spPr/>
    </dgm:pt>
    <dgm:pt modelId="{6D3B66E7-3F9B-4BDA-AB37-61164212B2EA}" type="pres">
      <dgm:prSet presAssocID="{79D0191E-5DAE-493D-AE6E-45C0965CD62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105EAC2-E4C6-4E3C-9F55-19FB0011F6FE}" type="pres">
      <dgm:prSet presAssocID="{79D0191E-5DAE-493D-AE6E-45C0965CD624}" presName="spaceRect" presStyleCnt="0"/>
      <dgm:spPr/>
    </dgm:pt>
    <dgm:pt modelId="{A4676959-593C-43D9-AEE1-BA503420D4C1}" type="pres">
      <dgm:prSet presAssocID="{79D0191E-5DAE-493D-AE6E-45C0965CD624}" presName="parTx" presStyleLbl="revTx" presStyleIdx="0" presStyleCnt="3">
        <dgm:presLayoutVars>
          <dgm:chMax val="0"/>
          <dgm:chPref val="0"/>
        </dgm:presLayoutVars>
      </dgm:prSet>
      <dgm:spPr/>
    </dgm:pt>
    <dgm:pt modelId="{4816E9F1-53D7-42DF-A96A-F42B9F995029}" type="pres">
      <dgm:prSet presAssocID="{11091898-AB3B-4822-A245-553BCF859F1F}" presName="sibTrans" presStyleCnt="0"/>
      <dgm:spPr/>
    </dgm:pt>
    <dgm:pt modelId="{19025C92-2EDD-44BA-ADB4-1FC7CDD4DAE7}" type="pres">
      <dgm:prSet presAssocID="{5306ACBA-12B2-4B16-8019-9BC218ABFBD9}" presName="compNode" presStyleCnt="0"/>
      <dgm:spPr/>
    </dgm:pt>
    <dgm:pt modelId="{533B9552-A88D-4D8A-A63B-147BFF35DDB5}" type="pres">
      <dgm:prSet presAssocID="{5306ACBA-12B2-4B16-8019-9BC218ABFBD9}" presName="bgRect" presStyleLbl="bgShp" presStyleIdx="1" presStyleCnt="3"/>
      <dgm:spPr/>
    </dgm:pt>
    <dgm:pt modelId="{2DE18F35-7A36-4DA3-B452-CAED9AD5CCB0}" type="pres">
      <dgm:prSet presAssocID="{5306ACBA-12B2-4B16-8019-9BC218ABFBD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55B781F-A052-4CE4-8927-0E0A06A6201B}" type="pres">
      <dgm:prSet presAssocID="{5306ACBA-12B2-4B16-8019-9BC218ABFBD9}" presName="spaceRect" presStyleCnt="0"/>
      <dgm:spPr/>
    </dgm:pt>
    <dgm:pt modelId="{84882388-E4E7-4FAD-8920-D92051E7D478}" type="pres">
      <dgm:prSet presAssocID="{5306ACBA-12B2-4B16-8019-9BC218ABFBD9}" presName="parTx" presStyleLbl="revTx" presStyleIdx="1" presStyleCnt="3">
        <dgm:presLayoutVars>
          <dgm:chMax val="0"/>
          <dgm:chPref val="0"/>
        </dgm:presLayoutVars>
      </dgm:prSet>
      <dgm:spPr/>
    </dgm:pt>
    <dgm:pt modelId="{5C65C1C9-FBEB-4118-BA7D-7AFF3D6B08F4}" type="pres">
      <dgm:prSet presAssocID="{B31D0647-786E-4987-B307-44EA64385F46}" presName="sibTrans" presStyleCnt="0"/>
      <dgm:spPr/>
    </dgm:pt>
    <dgm:pt modelId="{12BD3D67-4A42-4154-8628-AFB23A5DE886}" type="pres">
      <dgm:prSet presAssocID="{E79DE3BA-21FA-4023-AC50-6B4F8DC128E1}" presName="compNode" presStyleCnt="0"/>
      <dgm:spPr/>
    </dgm:pt>
    <dgm:pt modelId="{827FFBB4-9860-4050-8C5F-719DD70FE587}" type="pres">
      <dgm:prSet presAssocID="{E79DE3BA-21FA-4023-AC50-6B4F8DC128E1}" presName="bgRect" presStyleLbl="bgShp" presStyleIdx="2" presStyleCnt="3"/>
      <dgm:spPr/>
    </dgm:pt>
    <dgm:pt modelId="{81CB8D19-7547-4790-ACF3-B6212968D645}" type="pres">
      <dgm:prSet presAssocID="{E79DE3BA-21FA-4023-AC50-6B4F8DC128E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828F985-77F5-4960-8E3F-0CA9DED5CD82}" type="pres">
      <dgm:prSet presAssocID="{E79DE3BA-21FA-4023-AC50-6B4F8DC128E1}" presName="spaceRect" presStyleCnt="0"/>
      <dgm:spPr/>
    </dgm:pt>
    <dgm:pt modelId="{AABBDCE6-BACB-422D-8A65-1E319957FD93}" type="pres">
      <dgm:prSet presAssocID="{E79DE3BA-21FA-4023-AC50-6B4F8DC128E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39DD042-642B-4AED-84AB-154F74C3A647}" srcId="{5D24D22C-3D9C-4BF5-8639-2AA6E5F2F39E}" destId="{79D0191E-5DAE-493D-AE6E-45C0965CD624}" srcOrd="0" destOrd="0" parTransId="{2F9E6535-C1F1-42EE-AFE1-0BF3FE7995E2}" sibTransId="{11091898-AB3B-4822-A245-553BCF859F1F}"/>
    <dgm:cxn modelId="{B2640243-6057-45DC-BCC8-CA267B035457}" type="presOf" srcId="{5D24D22C-3D9C-4BF5-8639-2AA6E5F2F39E}" destId="{0E6E7F8E-5C41-4F4F-AE35-267571045D12}" srcOrd="0" destOrd="0" presId="urn:microsoft.com/office/officeart/2018/2/layout/IconVerticalSolidList"/>
    <dgm:cxn modelId="{E933EA6D-74D5-4E2B-A207-D1B2D49757E5}" srcId="{5D24D22C-3D9C-4BF5-8639-2AA6E5F2F39E}" destId="{E79DE3BA-21FA-4023-AC50-6B4F8DC128E1}" srcOrd="2" destOrd="0" parTransId="{C7BFFFFC-FF8E-4C81-92F9-E5E931F73FDB}" sibTransId="{0AB39299-D5E3-431C-A4D4-97A1B94EC00F}"/>
    <dgm:cxn modelId="{58639592-D496-4BD9-8D31-FF839C2B214D}" type="presOf" srcId="{E79DE3BA-21FA-4023-AC50-6B4F8DC128E1}" destId="{AABBDCE6-BACB-422D-8A65-1E319957FD93}" srcOrd="0" destOrd="0" presId="urn:microsoft.com/office/officeart/2018/2/layout/IconVerticalSolidList"/>
    <dgm:cxn modelId="{45ECC5D2-1CD0-4FBB-93FE-CC92540A7EEA}" srcId="{5D24D22C-3D9C-4BF5-8639-2AA6E5F2F39E}" destId="{5306ACBA-12B2-4B16-8019-9BC218ABFBD9}" srcOrd="1" destOrd="0" parTransId="{2F47BB26-FB25-4042-A560-49AD13636C1A}" sibTransId="{B31D0647-786E-4987-B307-44EA64385F46}"/>
    <dgm:cxn modelId="{2A3E32D3-E4D0-4BA1-8C58-797CDBA07E6A}" type="presOf" srcId="{5306ACBA-12B2-4B16-8019-9BC218ABFBD9}" destId="{84882388-E4E7-4FAD-8920-D92051E7D478}" srcOrd="0" destOrd="0" presId="urn:microsoft.com/office/officeart/2018/2/layout/IconVerticalSolidList"/>
    <dgm:cxn modelId="{FF370CD9-49DF-4668-BD94-AE156FB48BF4}" type="presOf" srcId="{79D0191E-5DAE-493D-AE6E-45C0965CD624}" destId="{A4676959-593C-43D9-AEE1-BA503420D4C1}" srcOrd="0" destOrd="0" presId="urn:microsoft.com/office/officeart/2018/2/layout/IconVerticalSolidList"/>
    <dgm:cxn modelId="{59226D8B-1B8E-49E3-8013-9A763CBBACFF}" type="presParOf" srcId="{0E6E7F8E-5C41-4F4F-AE35-267571045D12}" destId="{291CE615-9E7F-42A9-B93B-7FD44F4A9B04}" srcOrd="0" destOrd="0" presId="urn:microsoft.com/office/officeart/2018/2/layout/IconVerticalSolidList"/>
    <dgm:cxn modelId="{34B84853-FD81-4F22-8645-1CAD94C4F39C}" type="presParOf" srcId="{291CE615-9E7F-42A9-B93B-7FD44F4A9B04}" destId="{D2FB4C87-7656-4903-8AC1-C2F4E5B1777A}" srcOrd="0" destOrd="0" presId="urn:microsoft.com/office/officeart/2018/2/layout/IconVerticalSolidList"/>
    <dgm:cxn modelId="{EFD38C7B-698F-4FB5-BD09-C2336464DE31}" type="presParOf" srcId="{291CE615-9E7F-42A9-B93B-7FD44F4A9B04}" destId="{6D3B66E7-3F9B-4BDA-AB37-61164212B2EA}" srcOrd="1" destOrd="0" presId="urn:microsoft.com/office/officeart/2018/2/layout/IconVerticalSolidList"/>
    <dgm:cxn modelId="{4F2C8301-DA72-4DE7-B24B-55F12981E0D6}" type="presParOf" srcId="{291CE615-9E7F-42A9-B93B-7FD44F4A9B04}" destId="{1105EAC2-E4C6-4E3C-9F55-19FB0011F6FE}" srcOrd="2" destOrd="0" presId="urn:microsoft.com/office/officeart/2018/2/layout/IconVerticalSolidList"/>
    <dgm:cxn modelId="{70C2B4F1-9C3C-42F3-9130-B30F52F06644}" type="presParOf" srcId="{291CE615-9E7F-42A9-B93B-7FD44F4A9B04}" destId="{A4676959-593C-43D9-AEE1-BA503420D4C1}" srcOrd="3" destOrd="0" presId="urn:microsoft.com/office/officeart/2018/2/layout/IconVerticalSolidList"/>
    <dgm:cxn modelId="{6327D6FC-BEE4-475A-9005-EB7A32C2BDCC}" type="presParOf" srcId="{0E6E7F8E-5C41-4F4F-AE35-267571045D12}" destId="{4816E9F1-53D7-42DF-A96A-F42B9F995029}" srcOrd="1" destOrd="0" presId="urn:microsoft.com/office/officeart/2018/2/layout/IconVerticalSolidList"/>
    <dgm:cxn modelId="{C5055F85-8DA2-4B64-B731-B2EF6C425FCF}" type="presParOf" srcId="{0E6E7F8E-5C41-4F4F-AE35-267571045D12}" destId="{19025C92-2EDD-44BA-ADB4-1FC7CDD4DAE7}" srcOrd="2" destOrd="0" presId="urn:microsoft.com/office/officeart/2018/2/layout/IconVerticalSolidList"/>
    <dgm:cxn modelId="{93997095-7D0A-421B-B2F8-06429A26CBB8}" type="presParOf" srcId="{19025C92-2EDD-44BA-ADB4-1FC7CDD4DAE7}" destId="{533B9552-A88D-4D8A-A63B-147BFF35DDB5}" srcOrd="0" destOrd="0" presId="urn:microsoft.com/office/officeart/2018/2/layout/IconVerticalSolidList"/>
    <dgm:cxn modelId="{9E96BF78-9389-4B0A-BF3C-935A8BB856CC}" type="presParOf" srcId="{19025C92-2EDD-44BA-ADB4-1FC7CDD4DAE7}" destId="{2DE18F35-7A36-4DA3-B452-CAED9AD5CCB0}" srcOrd="1" destOrd="0" presId="urn:microsoft.com/office/officeart/2018/2/layout/IconVerticalSolidList"/>
    <dgm:cxn modelId="{17CF02CB-981B-4A1F-BCED-73A1173BCE97}" type="presParOf" srcId="{19025C92-2EDD-44BA-ADB4-1FC7CDD4DAE7}" destId="{155B781F-A052-4CE4-8927-0E0A06A6201B}" srcOrd="2" destOrd="0" presId="urn:microsoft.com/office/officeart/2018/2/layout/IconVerticalSolidList"/>
    <dgm:cxn modelId="{66A81253-1477-4D6B-8166-F973FAC7BBA8}" type="presParOf" srcId="{19025C92-2EDD-44BA-ADB4-1FC7CDD4DAE7}" destId="{84882388-E4E7-4FAD-8920-D92051E7D478}" srcOrd="3" destOrd="0" presId="urn:microsoft.com/office/officeart/2018/2/layout/IconVerticalSolidList"/>
    <dgm:cxn modelId="{912A6166-D1B7-4165-A388-29F9A9FC3EE8}" type="presParOf" srcId="{0E6E7F8E-5C41-4F4F-AE35-267571045D12}" destId="{5C65C1C9-FBEB-4118-BA7D-7AFF3D6B08F4}" srcOrd="3" destOrd="0" presId="urn:microsoft.com/office/officeart/2018/2/layout/IconVerticalSolidList"/>
    <dgm:cxn modelId="{98BCE78E-937E-4EC0-BD51-60A4160F7345}" type="presParOf" srcId="{0E6E7F8E-5C41-4F4F-AE35-267571045D12}" destId="{12BD3D67-4A42-4154-8628-AFB23A5DE886}" srcOrd="4" destOrd="0" presId="urn:microsoft.com/office/officeart/2018/2/layout/IconVerticalSolidList"/>
    <dgm:cxn modelId="{C7E1FC13-9556-47B9-B2A1-6EF15C4C64E0}" type="presParOf" srcId="{12BD3D67-4A42-4154-8628-AFB23A5DE886}" destId="{827FFBB4-9860-4050-8C5F-719DD70FE587}" srcOrd="0" destOrd="0" presId="urn:microsoft.com/office/officeart/2018/2/layout/IconVerticalSolidList"/>
    <dgm:cxn modelId="{E85BD61E-C09B-4E6A-B78B-AF855C41835D}" type="presParOf" srcId="{12BD3D67-4A42-4154-8628-AFB23A5DE886}" destId="{81CB8D19-7547-4790-ACF3-B6212968D645}" srcOrd="1" destOrd="0" presId="urn:microsoft.com/office/officeart/2018/2/layout/IconVerticalSolidList"/>
    <dgm:cxn modelId="{CDE31642-4CA0-4A11-8DD3-14D94136FE94}" type="presParOf" srcId="{12BD3D67-4A42-4154-8628-AFB23A5DE886}" destId="{3828F985-77F5-4960-8E3F-0CA9DED5CD82}" srcOrd="2" destOrd="0" presId="urn:microsoft.com/office/officeart/2018/2/layout/IconVerticalSolidList"/>
    <dgm:cxn modelId="{12E11D30-2DB9-472A-9A44-D1078B279C99}" type="presParOf" srcId="{12BD3D67-4A42-4154-8628-AFB23A5DE886}" destId="{AABBDCE6-BACB-422D-8A65-1E319957FD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95310C-2F80-45A0-B1B7-420C0EB6B728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1A3FCF-7491-4787-8D9B-6FDE2D6392CA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Statically typed with tensor shapes </a:t>
          </a:r>
          <a:endParaRPr lang="en-US" sz="2700" kern="1200"/>
        </a:p>
      </dsp:txBody>
      <dsp:txXfrm>
        <a:off x="378614" y="886531"/>
        <a:ext cx="2810360" cy="1744948"/>
      </dsp:txXfrm>
    </dsp:sp>
    <dsp:sp modelId="{30645849-0CC8-4586-84CA-909E9F20EABC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1FA45-45B5-406C-847A-FC7FC2EDEFC4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Broadcasting rules for element-wise ops </a:t>
          </a:r>
          <a:endParaRPr lang="en-US" sz="2700" kern="1200"/>
        </a:p>
      </dsp:txBody>
      <dsp:txXfrm>
        <a:off x="3946203" y="886531"/>
        <a:ext cx="2810360" cy="1744948"/>
      </dsp:txXfrm>
    </dsp:sp>
    <dsp:sp modelId="{BE2D10B2-FE6D-45AA-B8E8-2428D8D68DC1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DCB91-D695-4CBE-8BA5-230FEB8F427D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Automatic differentiation via grad </a:t>
          </a:r>
          <a:endParaRPr lang="en-US" sz="2700" kern="1200"/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9770D-A199-435F-AAC5-6678489984BE}">
      <dsp:nvSpPr>
        <dsp:cNvPr id="0" name=""/>
        <dsp:cNvSpPr/>
      </dsp:nvSpPr>
      <dsp:spPr>
        <a:xfrm>
          <a:off x="817728" y="1631"/>
          <a:ext cx="2096406" cy="12578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Frontend:</a:t>
          </a:r>
          <a:r>
            <a:rPr lang="en-US" sz="1800" b="0" i="0" kern="1200" baseline="0"/>
            <a:t> Lexer → Parser → AST </a:t>
          </a:r>
          <a:endParaRPr lang="en-US" sz="1800" kern="1200"/>
        </a:p>
      </dsp:txBody>
      <dsp:txXfrm>
        <a:off x="854569" y="38472"/>
        <a:ext cx="2022724" cy="1184161"/>
      </dsp:txXfrm>
    </dsp:sp>
    <dsp:sp modelId="{A04A385B-B8C2-4AE5-9D54-D33C78FA3E5C}">
      <dsp:nvSpPr>
        <dsp:cNvPr id="0" name=""/>
        <dsp:cNvSpPr/>
      </dsp:nvSpPr>
      <dsp:spPr>
        <a:xfrm>
          <a:off x="3098618" y="370599"/>
          <a:ext cx="444438" cy="5199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098618" y="474581"/>
        <a:ext cx="311107" cy="311944"/>
      </dsp:txXfrm>
    </dsp:sp>
    <dsp:sp modelId="{C9A4E8B4-CDE9-4D9B-BBFB-083EFD5D225E}">
      <dsp:nvSpPr>
        <dsp:cNvPr id="0" name=""/>
        <dsp:cNvSpPr/>
      </dsp:nvSpPr>
      <dsp:spPr>
        <a:xfrm>
          <a:off x="3752697" y="1631"/>
          <a:ext cx="2096406" cy="12578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Semantic Analysis:</a:t>
          </a:r>
          <a:r>
            <a:rPr lang="en-US" sz="1800" b="0" i="0" kern="1200" baseline="0"/>
            <a:t> Type checking, shape inference </a:t>
          </a:r>
          <a:endParaRPr lang="en-US" sz="1800" kern="1200"/>
        </a:p>
      </dsp:txBody>
      <dsp:txXfrm>
        <a:off x="3789538" y="38472"/>
        <a:ext cx="2022724" cy="1184161"/>
      </dsp:txXfrm>
    </dsp:sp>
    <dsp:sp modelId="{B40C0893-0F0A-4C8E-AB44-E7C2F4B4EFAC}">
      <dsp:nvSpPr>
        <dsp:cNvPr id="0" name=""/>
        <dsp:cNvSpPr/>
      </dsp:nvSpPr>
      <dsp:spPr>
        <a:xfrm rot="5400000">
          <a:off x="4578681" y="1406223"/>
          <a:ext cx="444438" cy="5199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4644929" y="1443958"/>
        <a:ext cx="311944" cy="311107"/>
      </dsp:txXfrm>
    </dsp:sp>
    <dsp:sp modelId="{9BD71BEB-C1E7-4412-8FBF-99C2F0F9FA9B}">
      <dsp:nvSpPr>
        <dsp:cNvPr id="0" name=""/>
        <dsp:cNvSpPr/>
      </dsp:nvSpPr>
      <dsp:spPr>
        <a:xfrm>
          <a:off x="3752697" y="2098038"/>
          <a:ext cx="2096406" cy="12578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IR:</a:t>
          </a:r>
          <a:r>
            <a:rPr lang="en-US" sz="1800" b="0" i="0" kern="1200" baseline="0"/>
            <a:t> Computation graph representation </a:t>
          </a:r>
          <a:endParaRPr lang="en-US" sz="1800" kern="1200"/>
        </a:p>
      </dsp:txBody>
      <dsp:txXfrm>
        <a:off x="3789538" y="2134879"/>
        <a:ext cx="2022724" cy="1184161"/>
      </dsp:txXfrm>
    </dsp:sp>
    <dsp:sp modelId="{D83F80CE-84C4-4B72-9741-B1D8091C7CC2}">
      <dsp:nvSpPr>
        <dsp:cNvPr id="0" name=""/>
        <dsp:cNvSpPr/>
      </dsp:nvSpPr>
      <dsp:spPr>
        <a:xfrm rot="10800000">
          <a:off x="3123775" y="2467005"/>
          <a:ext cx="444438" cy="5199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3257106" y="2570987"/>
        <a:ext cx="311107" cy="311944"/>
      </dsp:txXfrm>
    </dsp:sp>
    <dsp:sp modelId="{D76988EC-00A0-4D82-BA77-CFD53D30FC6D}">
      <dsp:nvSpPr>
        <dsp:cNvPr id="0" name=""/>
        <dsp:cNvSpPr/>
      </dsp:nvSpPr>
      <dsp:spPr>
        <a:xfrm>
          <a:off x="817728" y="2098038"/>
          <a:ext cx="2096406" cy="12578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Autodiff:</a:t>
          </a:r>
          <a:r>
            <a:rPr lang="en-US" sz="1800" b="0" i="0" kern="1200" baseline="0"/>
            <a:t> Reverse-mode differentiation </a:t>
          </a:r>
          <a:endParaRPr lang="en-US" sz="1800" kern="1200"/>
        </a:p>
      </dsp:txBody>
      <dsp:txXfrm>
        <a:off x="854569" y="2134879"/>
        <a:ext cx="2022724" cy="1184161"/>
      </dsp:txXfrm>
    </dsp:sp>
    <dsp:sp modelId="{BB739C50-79BC-4C3E-839B-79F6499880C6}">
      <dsp:nvSpPr>
        <dsp:cNvPr id="0" name=""/>
        <dsp:cNvSpPr/>
      </dsp:nvSpPr>
      <dsp:spPr>
        <a:xfrm rot="5400000">
          <a:off x="1643712" y="3502630"/>
          <a:ext cx="444438" cy="5199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709960" y="3540365"/>
        <a:ext cx="311944" cy="311107"/>
      </dsp:txXfrm>
    </dsp:sp>
    <dsp:sp modelId="{3E470D30-07B4-41E5-AF7D-F825A40700F7}">
      <dsp:nvSpPr>
        <dsp:cNvPr id="0" name=""/>
        <dsp:cNvSpPr/>
      </dsp:nvSpPr>
      <dsp:spPr>
        <a:xfrm>
          <a:off x="817728" y="4194444"/>
          <a:ext cx="2096406" cy="12578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Code Generation:</a:t>
          </a:r>
          <a:r>
            <a:rPr lang="en-US" sz="1800" b="0" i="0" kern="1200" baseline="0"/>
            <a:t> Python/NumPy backend</a:t>
          </a:r>
          <a:br>
            <a:rPr lang="en-US" sz="1800" b="0" i="0" kern="1200" baseline="0"/>
          </a:br>
          <a:endParaRPr lang="en-US" sz="1800" kern="1200"/>
        </a:p>
      </dsp:txBody>
      <dsp:txXfrm>
        <a:off x="854569" y="4231285"/>
        <a:ext cx="2022724" cy="11841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C0B0EE-FE3E-4512-AC5D-5D1AF6F602C4}">
      <dsp:nvSpPr>
        <dsp:cNvPr id="0" name=""/>
        <dsp:cNvSpPr/>
      </dsp:nvSpPr>
      <dsp:spPr>
        <a:xfrm rot="5400000">
          <a:off x="3830402" y="-1251918"/>
          <a:ext cx="1406088" cy="426677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Lexer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Parser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Abstract Syntax Tree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Semantic Analyzer</a:t>
          </a:r>
        </a:p>
      </dsp:txBody>
      <dsp:txXfrm rot="-5400000">
        <a:off x="2400060" y="247064"/>
        <a:ext cx="4198133" cy="1268808"/>
      </dsp:txXfrm>
    </dsp:sp>
    <dsp:sp modelId="{9E6C5DF9-7293-4C2C-A3F6-4B428443AF5F}">
      <dsp:nvSpPr>
        <dsp:cNvPr id="0" name=""/>
        <dsp:cNvSpPr/>
      </dsp:nvSpPr>
      <dsp:spPr>
        <a:xfrm>
          <a:off x="0" y="2663"/>
          <a:ext cx="2400059" cy="17576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Completed:</a:t>
          </a:r>
        </a:p>
      </dsp:txBody>
      <dsp:txXfrm>
        <a:off x="85799" y="88462"/>
        <a:ext cx="2228461" cy="1586012"/>
      </dsp:txXfrm>
    </dsp:sp>
    <dsp:sp modelId="{633FDDD2-01F2-4B3C-A1A9-95BEEDB4F089}">
      <dsp:nvSpPr>
        <dsp:cNvPr id="0" name=""/>
        <dsp:cNvSpPr/>
      </dsp:nvSpPr>
      <dsp:spPr>
        <a:xfrm rot="5400000">
          <a:off x="3830402" y="593573"/>
          <a:ext cx="1406088" cy="4266773"/>
        </a:xfrm>
        <a:prstGeom prst="round2Same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Intermediate Representation</a:t>
          </a:r>
        </a:p>
      </dsp:txBody>
      <dsp:txXfrm rot="-5400000">
        <a:off x="2400060" y="2092555"/>
        <a:ext cx="4198133" cy="1268808"/>
      </dsp:txXfrm>
    </dsp:sp>
    <dsp:sp modelId="{06B853D4-D980-4D8F-9FCB-47D8A244625E}">
      <dsp:nvSpPr>
        <dsp:cNvPr id="0" name=""/>
        <dsp:cNvSpPr/>
      </dsp:nvSpPr>
      <dsp:spPr>
        <a:xfrm>
          <a:off x="0" y="1848154"/>
          <a:ext cx="2400059" cy="175761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In-progress:</a:t>
          </a:r>
        </a:p>
      </dsp:txBody>
      <dsp:txXfrm>
        <a:off x="85799" y="1933953"/>
        <a:ext cx="2228461" cy="1586012"/>
      </dsp:txXfrm>
    </dsp:sp>
    <dsp:sp modelId="{99D7972A-3BDE-4AF9-9AB5-F97869D63F87}">
      <dsp:nvSpPr>
        <dsp:cNvPr id="0" name=""/>
        <dsp:cNvSpPr/>
      </dsp:nvSpPr>
      <dsp:spPr>
        <a:xfrm rot="5400000">
          <a:off x="3830402" y="2439064"/>
          <a:ext cx="1406088" cy="4266773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Automatic Differentiation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Code Generation</a:t>
          </a:r>
        </a:p>
      </dsp:txBody>
      <dsp:txXfrm rot="-5400000">
        <a:off x="2400060" y="3938046"/>
        <a:ext cx="4198133" cy="1268808"/>
      </dsp:txXfrm>
    </dsp:sp>
    <dsp:sp modelId="{5DC59F02-9EA4-4323-A949-102A478EB65C}">
      <dsp:nvSpPr>
        <dsp:cNvPr id="0" name=""/>
        <dsp:cNvSpPr/>
      </dsp:nvSpPr>
      <dsp:spPr>
        <a:xfrm>
          <a:off x="0" y="3693646"/>
          <a:ext cx="2400059" cy="175761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On-deck:</a:t>
          </a:r>
        </a:p>
      </dsp:txBody>
      <dsp:txXfrm>
        <a:off x="85799" y="3779445"/>
        <a:ext cx="2228461" cy="1586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FB4C87-7656-4903-8AC1-C2F4E5B1777A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3B66E7-3F9B-4BDA-AB37-61164212B2EA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676959-593C-43D9-AEE1-BA503420D4C1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Staying coordinated with group members</a:t>
          </a:r>
        </a:p>
      </dsp:txBody>
      <dsp:txXfrm>
        <a:off x="1819120" y="673"/>
        <a:ext cx="4545103" cy="1574995"/>
      </dsp:txXfrm>
    </dsp:sp>
    <dsp:sp modelId="{533B9552-A88D-4D8A-A63B-147BFF35DDB5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E18F35-7A36-4DA3-B452-CAED9AD5CCB0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82388-E4E7-4FAD-8920-D92051E7D478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Understanding the material</a:t>
          </a:r>
        </a:p>
      </dsp:txBody>
      <dsp:txXfrm>
        <a:off x="1819120" y="1969418"/>
        <a:ext cx="4545103" cy="1574995"/>
      </dsp:txXfrm>
    </dsp:sp>
    <dsp:sp modelId="{827FFBB4-9860-4050-8C5F-719DD70FE587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B8D19-7547-4790-ACF3-B6212968D645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BDCE6-BACB-422D-8A65-1E319957FD93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Debugging</a:t>
          </a:r>
        </a:p>
      </dsp:txBody>
      <dsp:txXfrm>
        <a:off x="1819120" y="3938162"/>
        <a:ext cx="4545103" cy="157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F2EE-74E5-18A5-8238-542D0B25F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ECE29-526C-2DB8-C5B3-AF38CBD3B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8A837-C11B-990E-F958-71E756DBA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5937-3BA9-4885-BE56-CFE41A74FFB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0A18C-73BF-9B79-5AF0-18E27079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4F97F-7B54-E27F-E8CD-51D55EE2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CED7-3D83-4C2D-AB63-69B383F07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41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5086D-74A2-38A7-3434-FF4656F74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2FCB1-EF27-C4CE-4676-B1D502E75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07D16-8109-BAAC-AD48-3E6BFE68A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5937-3BA9-4885-BE56-CFE41A74FFB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5D3B0-CBF2-E363-612F-4EEC9E443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A39FF-5E5A-7782-4356-34C93899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CED7-3D83-4C2D-AB63-69B383F07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9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FC99-6D18-A3A2-2F27-07A285ED2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29279-A89C-9F6A-F3CD-DBD9E8491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ECAAC-A6D2-8FF9-8B74-E030E4F2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5937-3BA9-4885-BE56-CFE41A74FFB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7961B-C4A1-30B6-4679-DF6AFEBA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08FB5-752D-F2C6-966C-5402A4AD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CED7-3D83-4C2D-AB63-69B383F07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0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E1075-9240-448D-AB45-F462D160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706BF-7AF6-FC7D-5A24-9569217DE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AE4178-5192-326A-0DF6-BD7BFBE17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DB241-3615-6F0E-967D-FE4C38BC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5937-3BA9-4885-BE56-CFE41A74FFB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6E8A4-8878-6393-40BD-A1D6DA04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F073C-C207-8CFE-07DB-312784B0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CED7-3D83-4C2D-AB63-69B383F07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66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223B-D084-E4CC-A021-5470360A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7FE98-3AE2-EC9E-5CC2-5BF989582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CAFE0-0C82-7DDE-8221-2C96B95B7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1C200E-68BF-DDCA-8552-EA8B79C5F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E39D8-E647-2318-9356-AD8796324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E1FB04-A713-354F-63B7-2059D589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5937-3BA9-4885-BE56-CFE41A74FFB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2AC5D0-5578-4416-7691-8AA5AF01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75124D-E1F2-ABF9-DC4D-A37AB9241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CED7-3D83-4C2D-AB63-69B383F07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FAE66-78D0-C18F-90E4-0B87C40FB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898EB5-7879-1987-3428-AEED1CAE7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5937-3BA9-4885-BE56-CFE41A74FFB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E7FF3-60C4-0BB1-5027-4B8D368D0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FAD35-6623-3172-63BE-EC17A530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CED7-3D83-4C2D-AB63-69B383F07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22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3FB17-7646-226D-6448-EBA6C6C2A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5937-3BA9-4885-BE56-CFE41A74FFB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2352E1-1F34-C5AD-CA2A-5704DADE8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8AADA-5CC9-AFF0-EF28-B856EE2C1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CED7-3D83-4C2D-AB63-69B383F07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4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4A64-98EA-C927-4212-2490559FA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557BA-F8EB-5086-A07F-9205AB9C2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685FA-639F-7E12-3EB6-061ABEC81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9C67E-54C6-2DC8-69A9-4F2C4E1A4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5937-3BA9-4885-BE56-CFE41A74FFB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82D76-99DE-CF25-6261-C729D9984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F0BAA-DB65-E996-D521-ED45DD7C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CED7-3D83-4C2D-AB63-69B383F07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5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CFA28-A9DC-E34F-3D3D-7872C8173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5FF702-5022-7070-F044-262827F08D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B1329-A396-B38D-3C4F-756EB9A31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CC1E4-2C97-DAB7-BED3-2D8301FF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5937-3BA9-4885-BE56-CFE41A74FFB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1D450-11AB-3594-BFD5-2386C326E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57F46-6245-D122-0C42-7CF4BAE1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CED7-3D83-4C2D-AB63-69B383F07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5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10680-33B1-CD39-3066-471F764F4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15183-C4F6-88D2-FF2C-2EA482C47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8DC1E-38D1-29CA-229C-A8C33A8DF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5937-3BA9-4885-BE56-CFE41A74FFB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6B55C-866F-D8ED-1C98-5FF6FA4ED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C33AD-0EB7-3C28-FCFB-4D769EC3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CED7-3D83-4C2D-AB63-69B383F07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5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984D1-07FA-5AAD-E4B8-6FF4475DF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0A8EC-6FBF-0493-E266-174788C94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BAE56-7150-4D8D-5C5A-6BAD37892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5937-3BA9-4885-BE56-CFE41A74FFB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E2BFE-1551-EB03-862D-8D8385B0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6F349-B95D-971A-B31C-9D9F36BD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3CED7-3D83-4C2D-AB63-69B383F07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21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0C617-FF6D-2CD1-604C-6C87FB04C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BDAB4-0F23-BAA6-4CC5-9DC5729F1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6A85A-2857-6E2B-F9D9-D82225C47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45937-3BA9-4885-BE56-CFE41A74FFB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07718-DB43-FE04-0872-CC27E0073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2414E-90AE-D265-E2CF-1B1362C377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3CED7-3D83-4C2D-AB63-69B383F07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03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7AF40-2B62-AF2B-1349-1DA694B63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DLite – A Toy Deep Learning Language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FBCA2BF-B19E-77A4-C2FE-170DA40BB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Team Members - Broxton Butler, Brayden Keller, EJ Blue, Gavin Newman</a:t>
            </a:r>
          </a:p>
          <a:p>
            <a:pPr algn="l"/>
            <a:endParaRPr lang="en-US" sz="2000" dirty="0">
              <a:solidFill>
                <a:schemeClr val="tx2"/>
              </a:solidFill>
            </a:endParaRPr>
          </a:p>
        </p:txBody>
      </p:sp>
      <p:pic>
        <p:nvPicPr>
          <p:cNvPr id="7" name="Graphic 6" descr="Rubber duck">
            <a:extLst>
              <a:ext uri="{FF2B5EF4-FFF2-40B4-BE49-F238E27FC236}">
                <a16:creationId xmlns:a16="http://schemas.microsoft.com/office/drawing/2014/main" id="{AC150EA5-E802-9C52-AD7A-44AD58AD9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24596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80B99-986C-A2DB-4D16-2A496936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Language Highlights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674D03B7-A504-D9DF-E76D-CB152BE86E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5380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34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63A00-CD15-ECDD-E3E3-A77F8B2A2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Compiler Pipeline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79B0CDD-ED28-A042-4B22-8F3E1D5216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375313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3326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AED851-54B9-4765-92D2-F0BE443BE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9EC17-098A-E57C-C823-2CC9F640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856" y="2944090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DLite 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0AB9C-9076-B410-4F41-035D99B5A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93" y="1248407"/>
            <a:ext cx="6005697" cy="414663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6048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058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FF81F8D5-515A-45DC-B296-30AB11F2C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0DC96-49C9-BD9B-7651-A9ABA319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46" y="349664"/>
            <a:ext cx="5845571" cy="1638377"/>
          </a:xfrm>
        </p:spPr>
        <p:txBody>
          <a:bodyPr anchor="b">
            <a:normAutofit/>
          </a:bodyPr>
          <a:lstStyle/>
          <a:p>
            <a:r>
              <a:rPr lang="en-US" sz="4800"/>
              <a:t>Lexer Testing</a:t>
            </a:r>
          </a:p>
        </p:txBody>
      </p:sp>
      <p:sp>
        <p:nvSpPr>
          <p:cNvPr id="24" name="Content Placeholder 8">
            <a:extLst>
              <a:ext uri="{FF2B5EF4-FFF2-40B4-BE49-F238E27FC236}">
                <a16:creationId xmlns:a16="http://schemas.microsoft.com/office/drawing/2014/main" id="{4DC01B73-8022-DBCA-F409-C5DFAC8B5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88" y="2620641"/>
            <a:ext cx="5837750" cy="302370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Command to run in dev terminal:</a:t>
            </a:r>
          </a:p>
          <a:p>
            <a:pPr marL="0" indent="0">
              <a:buNone/>
            </a:pPr>
            <a:r>
              <a:rPr lang="en-US" sz="2000" dirty="0"/>
              <a:t>python tests/test_lexer_only.py</a:t>
            </a:r>
          </a:p>
          <a:p>
            <a:endParaRPr lang="en-US" sz="20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669568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7" y="399675"/>
            <a:ext cx="4647368" cy="5809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8D4603-D7CD-22C3-A711-B3414367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596" b="-3"/>
          <a:stretch>
            <a:fillRect/>
          </a:stretch>
        </p:blipFill>
        <p:spPr>
          <a:xfrm>
            <a:off x="7421373" y="627954"/>
            <a:ext cx="4235516" cy="5353373"/>
          </a:xfrm>
          <a:prstGeom prst="rect">
            <a:avLst/>
          </a:prstGeom>
        </p:spPr>
      </p:pic>
      <p:sp>
        <p:nvSpPr>
          <p:cNvPr id="86" name="Rectangle 85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774185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34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C06AC-2469-5072-CE5C-D93C23B2B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Parser Testing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C6B41C-79C9-0393-D7F8-B88B41FAB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Command to run in dev terminal:</a:t>
            </a:r>
            <a:br>
              <a:rPr lang="en-US" sz="1800" dirty="0"/>
            </a:br>
            <a:r>
              <a:rPr lang="en-US" sz="1800" dirty="0"/>
              <a:t>python tests/test_parser_only.py</a:t>
            </a:r>
          </a:p>
          <a:p>
            <a:endParaRPr lang="en-US" sz="18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EFFA25-A38C-AD84-D051-764A861F7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055" y="650494"/>
            <a:ext cx="4991383" cy="5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66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6CAED0A-2A45-4C9C-BCDD-21A8A092C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8307EE-4CC9-9C61-17E9-7BD8CD3A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Semantic Analyzer Testing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A2DFB0-9148-D9BE-554B-6F72A3EB5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2599509"/>
            <a:ext cx="4613191" cy="35989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Command to run in dev terminal</a:t>
            </a:r>
          </a:p>
          <a:p>
            <a:pPr marL="0" indent="0">
              <a:buNone/>
            </a:pPr>
            <a:r>
              <a:rPr lang="en-US" sz="2000" dirty="0"/>
              <a:t>python tests/test_semantic_analyzer.py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3B8DA6-C016-9793-F33B-8842F921D8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20" b="4"/>
          <a:stretch>
            <a:fillRect/>
          </a:stretch>
        </p:blipFill>
        <p:spPr>
          <a:xfrm>
            <a:off x="5418759" y="2559047"/>
            <a:ext cx="2741805" cy="363945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8E58BD-E290-D090-93CF-82378C7753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387" b="5"/>
          <a:stretch>
            <a:fillRect/>
          </a:stretch>
        </p:blipFill>
        <p:spPr>
          <a:xfrm>
            <a:off x="8412616" y="2559047"/>
            <a:ext cx="2743620" cy="363945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22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521C4EA8-6B83-4338-913D-D75D3C4F3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66C516-D3C2-70EE-4AAC-BB27CF48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97" y="679731"/>
            <a:ext cx="3124151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dirty="0"/>
              <a:t>Semantic Analyzer Testing</a:t>
            </a:r>
            <a:br>
              <a:rPr lang="en-US" sz="4600" dirty="0"/>
            </a:br>
            <a:r>
              <a:rPr lang="en-US" sz="4600" dirty="0"/>
              <a:t>Cont.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1084" y="679731"/>
            <a:ext cx="7682293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F0205EF-5FAE-5F9E-0CD3-91EECD74BF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997" b="4"/>
          <a:stretch>
            <a:fillRect/>
          </a:stretch>
        </p:blipFill>
        <p:spPr>
          <a:xfrm>
            <a:off x="4125081" y="1250637"/>
            <a:ext cx="3383280" cy="4490931"/>
          </a:xfrm>
          <a:prstGeom prst="rect">
            <a:avLst/>
          </a:prstGeom>
        </p:spPr>
      </p:pic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130E115-9FC9-6D36-EF79-E4204E4008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989" b="-4"/>
          <a:stretch>
            <a:fillRect/>
          </a:stretch>
        </p:blipFill>
        <p:spPr>
          <a:xfrm>
            <a:off x="7812357" y="1252100"/>
            <a:ext cx="3383280" cy="4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8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94C52D-7E55-61CF-7FD3-725639599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Progress</a:t>
            </a: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BD32C509-90A5-93C9-0CE1-D25516FF79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230841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5199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2A1F5-F4D1-E2A4-130B-37EAA222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Project Challenges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B4BF9F-0677-F50C-42D6-CCF5333FF1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343693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4193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0389E3-4D55-7CF3-5BEA-CDB73C51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pic>
        <p:nvPicPr>
          <p:cNvPr id="6" name="Graphic 5" descr="Help">
            <a:extLst>
              <a:ext uri="{FF2B5EF4-FFF2-40B4-BE49-F238E27FC236}">
                <a16:creationId xmlns:a16="http://schemas.microsoft.com/office/drawing/2014/main" id="{21441BD6-84F7-938A-0C8B-D79C0D40F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330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CD9D7-2391-7EAC-86C6-BEDAEBFD4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ABBDC851-BCD6-6240-D14D-85029277C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5093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174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DLite – A Toy Deep Learning Language</vt:lpstr>
      <vt:lpstr>Language Highlights</vt:lpstr>
      <vt:lpstr>Compiler Pipeline</vt:lpstr>
      <vt:lpstr>Example DLite Code</vt:lpstr>
      <vt:lpstr>Lexer Testing</vt:lpstr>
      <vt:lpstr>Parser Testing</vt:lpstr>
      <vt:lpstr>Semantic Analyzer Testing</vt:lpstr>
      <vt:lpstr>Semantic Analyzer Testing Cont.</vt:lpstr>
      <vt:lpstr>Project Progress</vt:lpstr>
      <vt:lpstr>Project Challenges</vt:lpstr>
      <vt:lpstr>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Butler, Broxton - 04</dc:creator>
  <cp:lastModifiedBy>Butler, Broxton - 04</cp:lastModifiedBy>
  <cp:revision>3</cp:revision>
  <dcterms:created xsi:type="dcterms:W3CDTF">2025-12-01T23:16:27Z</dcterms:created>
  <dcterms:modified xsi:type="dcterms:W3CDTF">2025-12-02T16:01:53Z</dcterms:modified>
</cp:coreProperties>
</file>